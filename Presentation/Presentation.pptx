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4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5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9" r:id="rId2"/>
    <p:sldMasterId id="2147483737" r:id="rId3"/>
    <p:sldMasterId id="2147483767" r:id="rId4"/>
    <p:sldMasterId id="2147483797" r:id="rId5"/>
    <p:sldMasterId id="2147483827" r:id="rId6"/>
  </p:sldMasterIdLst>
  <p:sldIdLst>
    <p:sldId id="256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3018C3-8EF5-4900-803B-1F2174DA5421}" type="doc">
      <dgm:prSet loTypeId="urn:microsoft.com/office/officeart/2005/8/layout/hProcess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B3188CD-C7FC-4114-8140-EA66DA7DD329}">
      <dgm:prSet phldrT="[Text]" phldr="0"/>
      <dgm:spPr/>
      <dgm:t>
        <a:bodyPr/>
        <a:lstStyle/>
        <a:p>
          <a:endParaRPr lang="en-IN" dirty="0"/>
        </a:p>
      </dgm:t>
    </dgm:pt>
    <dgm:pt modelId="{C02435A9-1D2E-4754-86F8-80E43580AFEE}" type="parTrans" cxnId="{1515F1A4-D9B7-4295-8E3E-C11D43C5FD39}">
      <dgm:prSet/>
      <dgm:spPr/>
      <dgm:t>
        <a:bodyPr/>
        <a:lstStyle/>
        <a:p>
          <a:endParaRPr lang="en-IN"/>
        </a:p>
      </dgm:t>
    </dgm:pt>
    <dgm:pt modelId="{5DDA571A-517C-4823-84AE-79FEFCE8BCE5}" type="sibTrans" cxnId="{1515F1A4-D9B7-4295-8E3E-C11D43C5FD39}">
      <dgm:prSet/>
      <dgm:spPr/>
      <dgm:t>
        <a:bodyPr/>
        <a:lstStyle/>
        <a:p>
          <a:endParaRPr lang="en-IN"/>
        </a:p>
      </dgm:t>
    </dgm:pt>
    <dgm:pt modelId="{CE23236B-B780-4654-88D9-0C34CFD14B27}">
      <dgm:prSet phldrT="[Text]" custT="1"/>
      <dgm:spPr/>
      <dgm:t>
        <a:bodyPr/>
        <a:lstStyle/>
        <a:p>
          <a:pPr>
            <a:buNone/>
          </a:pPr>
          <a:r>
            <a:rPr lang="en-US" sz="2800" dirty="0"/>
            <a:t>Analyze sales, profit, and customer behavior </a:t>
          </a:r>
          <a:endParaRPr lang="en-IN" sz="2800" dirty="0"/>
        </a:p>
      </dgm:t>
    </dgm:pt>
    <dgm:pt modelId="{5C65A691-C115-4183-B0B5-086122AE7DBE}" type="parTrans" cxnId="{238F6A79-9A63-4CE3-B189-FD0F1150CBB1}">
      <dgm:prSet/>
      <dgm:spPr/>
      <dgm:t>
        <a:bodyPr/>
        <a:lstStyle/>
        <a:p>
          <a:endParaRPr lang="en-IN"/>
        </a:p>
      </dgm:t>
    </dgm:pt>
    <dgm:pt modelId="{FC976047-41BA-42F7-94D8-3C8C7574586C}" type="sibTrans" cxnId="{238F6A79-9A63-4CE3-B189-FD0F1150CBB1}">
      <dgm:prSet/>
      <dgm:spPr/>
      <dgm:t>
        <a:bodyPr/>
        <a:lstStyle/>
        <a:p>
          <a:endParaRPr lang="en-IN"/>
        </a:p>
      </dgm:t>
    </dgm:pt>
    <dgm:pt modelId="{9FB0F75A-89C5-4D59-B612-48E9F8E6523F}">
      <dgm:prSet phldrT="[Text]" phldr="0"/>
      <dgm:spPr/>
      <dgm:t>
        <a:bodyPr/>
        <a:lstStyle/>
        <a:p>
          <a:endParaRPr lang="en-IN" dirty="0"/>
        </a:p>
      </dgm:t>
    </dgm:pt>
    <dgm:pt modelId="{C8F5ED16-0483-4354-8986-4481A1A128DC}" type="parTrans" cxnId="{64F8E7DB-469F-4799-881A-6FD199693310}">
      <dgm:prSet/>
      <dgm:spPr/>
      <dgm:t>
        <a:bodyPr/>
        <a:lstStyle/>
        <a:p>
          <a:endParaRPr lang="en-IN"/>
        </a:p>
      </dgm:t>
    </dgm:pt>
    <dgm:pt modelId="{5528BCEC-D3B4-4FAE-8591-03BCB6AF4D83}" type="sibTrans" cxnId="{64F8E7DB-469F-4799-881A-6FD199693310}">
      <dgm:prSet/>
      <dgm:spPr/>
      <dgm:t>
        <a:bodyPr/>
        <a:lstStyle/>
        <a:p>
          <a:endParaRPr lang="en-IN"/>
        </a:p>
      </dgm:t>
    </dgm:pt>
    <dgm:pt modelId="{86BE7C55-5135-437E-A637-1BBBBE02B36A}">
      <dgm:prSet phldrT="[Text]" custT="1"/>
      <dgm:spPr/>
      <dgm:t>
        <a:bodyPr/>
        <a:lstStyle/>
        <a:p>
          <a:pPr>
            <a:buNone/>
          </a:pPr>
          <a:r>
            <a:rPr lang="en-IN" sz="3200" dirty="0"/>
            <a:t>Identify key business issues </a:t>
          </a:r>
        </a:p>
      </dgm:t>
    </dgm:pt>
    <dgm:pt modelId="{0726E1A1-5F7A-48FC-B428-0503A847A4C5}" type="parTrans" cxnId="{57C7D996-E319-418C-A148-10EFDE92DAA8}">
      <dgm:prSet/>
      <dgm:spPr/>
      <dgm:t>
        <a:bodyPr/>
        <a:lstStyle/>
        <a:p>
          <a:endParaRPr lang="en-IN"/>
        </a:p>
      </dgm:t>
    </dgm:pt>
    <dgm:pt modelId="{3FA92CAA-F322-44B2-A25B-A794FF65BF18}" type="sibTrans" cxnId="{57C7D996-E319-418C-A148-10EFDE92DAA8}">
      <dgm:prSet/>
      <dgm:spPr/>
      <dgm:t>
        <a:bodyPr/>
        <a:lstStyle/>
        <a:p>
          <a:endParaRPr lang="en-IN"/>
        </a:p>
      </dgm:t>
    </dgm:pt>
    <dgm:pt modelId="{37FA03C1-7D35-4B86-8387-831FA622681F}">
      <dgm:prSet phldrT="[Text]" phldr="0"/>
      <dgm:spPr/>
      <dgm:t>
        <a:bodyPr/>
        <a:lstStyle/>
        <a:p>
          <a:endParaRPr lang="en-IN" dirty="0"/>
        </a:p>
      </dgm:t>
    </dgm:pt>
    <dgm:pt modelId="{8A197B9A-5470-4145-B058-D66140417BEF}" type="parTrans" cxnId="{487FA218-6391-4394-BD6F-E88A6DBE6434}">
      <dgm:prSet/>
      <dgm:spPr/>
      <dgm:t>
        <a:bodyPr/>
        <a:lstStyle/>
        <a:p>
          <a:endParaRPr lang="en-IN"/>
        </a:p>
      </dgm:t>
    </dgm:pt>
    <dgm:pt modelId="{4208CA83-A50B-4D15-BEDE-241ED532DFA4}" type="sibTrans" cxnId="{487FA218-6391-4394-BD6F-E88A6DBE6434}">
      <dgm:prSet/>
      <dgm:spPr/>
      <dgm:t>
        <a:bodyPr/>
        <a:lstStyle/>
        <a:p>
          <a:endParaRPr lang="en-IN"/>
        </a:p>
      </dgm:t>
    </dgm:pt>
    <dgm:pt modelId="{7E5FEBB0-5D07-4D1A-821F-DA05E9C3B771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800" dirty="0"/>
            <a:t>Provide data-driven recommendations </a:t>
          </a:r>
        </a:p>
      </dgm:t>
    </dgm:pt>
    <dgm:pt modelId="{3D303A2E-21A9-42A3-931D-D910F08B101D}" type="parTrans" cxnId="{88645CBF-7798-4893-B3DA-DEA98BC106D5}">
      <dgm:prSet/>
      <dgm:spPr/>
      <dgm:t>
        <a:bodyPr/>
        <a:lstStyle/>
        <a:p>
          <a:endParaRPr lang="en-IN"/>
        </a:p>
      </dgm:t>
    </dgm:pt>
    <dgm:pt modelId="{D062F4EB-BD7B-453D-8712-839881D58757}" type="sibTrans" cxnId="{88645CBF-7798-4893-B3DA-DEA98BC106D5}">
      <dgm:prSet/>
      <dgm:spPr/>
      <dgm:t>
        <a:bodyPr/>
        <a:lstStyle/>
        <a:p>
          <a:endParaRPr lang="en-IN"/>
        </a:p>
      </dgm:t>
    </dgm:pt>
    <dgm:pt modelId="{9DCCE359-EC85-46E1-A2C2-11431BF2F205}" type="pres">
      <dgm:prSet presAssocID="{B93018C3-8EF5-4900-803B-1F2174DA5421}" presName="Name0" presStyleCnt="0">
        <dgm:presLayoutVars>
          <dgm:dir/>
          <dgm:animLvl val="lvl"/>
          <dgm:resizeHandles val="exact"/>
        </dgm:presLayoutVars>
      </dgm:prSet>
      <dgm:spPr/>
    </dgm:pt>
    <dgm:pt modelId="{843F79A4-08DC-4806-AE86-2DB8D2205B49}" type="pres">
      <dgm:prSet presAssocID="{CB3188CD-C7FC-4114-8140-EA66DA7DD329}" presName="compositeNode" presStyleCnt="0">
        <dgm:presLayoutVars>
          <dgm:bulletEnabled val="1"/>
        </dgm:presLayoutVars>
      </dgm:prSet>
      <dgm:spPr/>
    </dgm:pt>
    <dgm:pt modelId="{DCB2EB36-3232-454F-A9D4-94255FF9ED15}" type="pres">
      <dgm:prSet presAssocID="{CB3188CD-C7FC-4114-8140-EA66DA7DD329}" presName="bgRect" presStyleLbl="node1" presStyleIdx="0" presStyleCnt="3"/>
      <dgm:spPr/>
    </dgm:pt>
    <dgm:pt modelId="{1F3DCC7E-40A9-45DD-B3BD-CDA7D09920D1}" type="pres">
      <dgm:prSet presAssocID="{CB3188CD-C7FC-4114-8140-EA66DA7DD329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FD9B7FB7-47E5-433C-8873-BA4363ECC971}" type="pres">
      <dgm:prSet presAssocID="{CB3188CD-C7FC-4114-8140-EA66DA7DD329}" presName="childNode" presStyleLbl="node1" presStyleIdx="0" presStyleCnt="3">
        <dgm:presLayoutVars>
          <dgm:bulletEnabled val="1"/>
        </dgm:presLayoutVars>
      </dgm:prSet>
      <dgm:spPr/>
    </dgm:pt>
    <dgm:pt modelId="{60A0A534-D094-4D11-B167-76150A88C9DE}" type="pres">
      <dgm:prSet presAssocID="{5DDA571A-517C-4823-84AE-79FEFCE8BCE5}" presName="hSp" presStyleCnt="0"/>
      <dgm:spPr/>
    </dgm:pt>
    <dgm:pt modelId="{0B1B21EF-2D0A-4945-B2F3-1A6719C1A295}" type="pres">
      <dgm:prSet presAssocID="{5DDA571A-517C-4823-84AE-79FEFCE8BCE5}" presName="vProcSp" presStyleCnt="0"/>
      <dgm:spPr/>
    </dgm:pt>
    <dgm:pt modelId="{10FCDADB-9F0A-4441-A6DF-B1CA9BF02B58}" type="pres">
      <dgm:prSet presAssocID="{5DDA571A-517C-4823-84AE-79FEFCE8BCE5}" presName="vSp1" presStyleCnt="0"/>
      <dgm:spPr/>
    </dgm:pt>
    <dgm:pt modelId="{6D0D5880-198F-4122-B630-6F3AFEA6FA4C}" type="pres">
      <dgm:prSet presAssocID="{5DDA571A-517C-4823-84AE-79FEFCE8BCE5}" presName="simulatedConn" presStyleLbl="solidFgAcc1" presStyleIdx="0" presStyleCnt="2"/>
      <dgm:spPr/>
    </dgm:pt>
    <dgm:pt modelId="{91475AB1-FBC1-4C7E-8C86-E31C12407AE7}" type="pres">
      <dgm:prSet presAssocID="{5DDA571A-517C-4823-84AE-79FEFCE8BCE5}" presName="vSp2" presStyleCnt="0"/>
      <dgm:spPr/>
    </dgm:pt>
    <dgm:pt modelId="{3452667F-0616-4B47-925F-26A32ABC13F0}" type="pres">
      <dgm:prSet presAssocID="{5DDA571A-517C-4823-84AE-79FEFCE8BCE5}" presName="sibTrans" presStyleCnt="0"/>
      <dgm:spPr/>
    </dgm:pt>
    <dgm:pt modelId="{146FFFEE-44F4-4C29-A9DA-B78DEB8BA4FE}" type="pres">
      <dgm:prSet presAssocID="{9FB0F75A-89C5-4D59-B612-48E9F8E6523F}" presName="compositeNode" presStyleCnt="0">
        <dgm:presLayoutVars>
          <dgm:bulletEnabled val="1"/>
        </dgm:presLayoutVars>
      </dgm:prSet>
      <dgm:spPr/>
    </dgm:pt>
    <dgm:pt modelId="{5C739FE0-6230-40AE-8711-A4F48B200D16}" type="pres">
      <dgm:prSet presAssocID="{9FB0F75A-89C5-4D59-B612-48E9F8E6523F}" presName="bgRect" presStyleLbl="node1" presStyleIdx="1" presStyleCnt="3"/>
      <dgm:spPr/>
    </dgm:pt>
    <dgm:pt modelId="{61B70FD2-D140-406F-92A7-FC9DD542E7A9}" type="pres">
      <dgm:prSet presAssocID="{9FB0F75A-89C5-4D59-B612-48E9F8E6523F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17F07179-9459-48AF-AEEE-33E7C0A14F0F}" type="pres">
      <dgm:prSet presAssocID="{9FB0F75A-89C5-4D59-B612-48E9F8E6523F}" presName="childNode" presStyleLbl="node1" presStyleIdx="1" presStyleCnt="3">
        <dgm:presLayoutVars>
          <dgm:bulletEnabled val="1"/>
        </dgm:presLayoutVars>
      </dgm:prSet>
      <dgm:spPr/>
    </dgm:pt>
    <dgm:pt modelId="{81324136-29EA-4499-8AEE-2AEB336F679B}" type="pres">
      <dgm:prSet presAssocID="{5528BCEC-D3B4-4FAE-8591-03BCB6AF4D83}" presName="hSp" presStyleCnt="0"/>
      <dgm:spPr/>
    </dgm:pt>
    <dgm:pt modelId="{A6784A01-1950-47F1-AC13-92664AF76275}" type="pres">
      <dgm:prSet presAssocID="{5528BCEC-D3B4-4FAE-8591-03BCB6AF4D83}" presName="vProcSp" presStyleCnt="0"/>
      <dgm:spPr/>
    </dgm:pt>
    <dgm:pt modelId="{9B2FBEE0-B088-4390-BB2D-B5DA410BE803}" type="pres">
      <dgm:prSet presAssocID="{5528BCEC-D3B4-4FAE-8591-03BCB6AF4D83}" presName="vSp1" presStyleCnt="0"/>
      <dgm:spPr/>
    </dgm:pt>
    <dgm:pt modelId="{12F44A71-EB3E-4D62-8FBF-3E7253F27F33}" type="pres">
      <dgm:prSet presAssocID="{5528BCEC-D3B4-4FAE-8591-03BCB6AF4D83}" presName="simulatedConn" presStyleLbl="solidFgAcc1" presStyleIdx="1" presStyleCnt="2"/>
      <dgm:spPr/>
    </dgm:pt>
    <dgm:pt modelId="{075BB1FF-1E3D-452D-A064-558CE5150D49}" type="pres">
      <dgm:prSet presAssocID="{5528BCEC-D3B4-4FAE-8591-03BCB6AF4D83}" presName="vSp2" presStyleCnt="0"/>
      <dgm:spPr/>
    </dgm:pt>
    <dgm:pt modelId="{8F8FDC48-CE2F-45E9-9347-046AE17B3F3A}" type="pres">
      <dgm:prSet presAssocID="{5528BCEC-D3B4-4FAE-8591-03BCB6AF4D83}" presName="sibTrans" presStyleCnt="0"/>
      <dgm:spPr/>
    </dgm:pt>
    <dgm:pt modelId="{9CCF6897-D027-487D-B78C-ADB895D77EAD}" type="pres">
      <dgm:prSet presAssocID="{37FA03C1-7D35-4B86-8387-831FA622681F}" presName="compositeNode" presStyleCnt="0">
        <dgm:presLayoutVars>
          <dgm:bulletEnabled val="1"/>
        </dgm:presLayoutVars>
      </dgm:prSet>
      <dgm:spPr/>
    </dgm:pt>
    <dgm:pt modelId="{0CA084D5-C5D7-4624-9049-C1B23DE26BEC}" type="pres">
      <dgm:prSet presAssocID="{37FA03C1-7D35-4B86-8387-831FA622681F}" presName="bgRect" presStyleLbl="node1" presStyleIdx="2" presStyleCnt="3"/>
      <dgm:spPr/>
    </dgm:pt>
    <dgm:pt modelId="{633FD470-50EC-4D57-8FA9-3F153354CAD0}" type="pres">
      <dgm:prSet presAssocID="{37FA03C1-7D35-4B86-8387-831FA622681F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28DCDD43-CE8C-424B-9D25-428FBBAB545B}" type="pres">
      <dgm:prSet presAssocID="{37FA03C1-7D35-4B86-8387-831FA622681F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487FA218-6391-4394-BD6F-E88A6DBE6434}" srcId="{B93018C3-8EF5-4900-803B-1F2174DA5421}" destId="{37FA03C1-7D35-4B86-8387-831FA622681F}" srcOrd="2" destOrd="0" parTransId="{8A197B9A-5470-4145-B058-D66140417BEF}" sibTransId="{4208CA83-A50B-4D15-BEDE-241ED532DFA4}"/>
    <dgm:cxn modelId="{6BD9E631-805E-47A1-9645-A39FBAE2B629}" type="presOf" srcId="{86BE7C55-5135-437E-A637-1BBBBE02B36A}" destId="{17F07179-9459-48AF-AEEE-33E7C0A14F0F}" srcOrd="0" destOrd="0" presId="urn:microsoft.com/office/officeart/2005/8/layout/hProcess7"/>
    <dgm:cxn modelId="{F606F835-86FA-460B-9D62-B4A97A662980}" type="presOf" srcId="{CB3188CD-C7FC-4114-8140-EA66DA7DD329}" destId="{1F3DCC7E-40A9-45DD-B3BD-CDA7D09920D1}" srcOrd="1" destOrd="0" presId="urn:microsoft.com/office/officeart/2005/8/layout/hProcess7"/>
    <dgm:cxn modelId="{2C77B460-1375-44DD-81B8-B9F11B811480}" type="presOf" srcId="{CE23236B-B780-4654-88D9-0C34CFD14B27}" destId="{FD9B7FB7-47E5-433C-8873-BA4363ECC971}" srcOrd="0" destOrd="0" presId="urn:microsoft.com/office/officeart/2005/8/layout/hProcess7"/>
    <dgm:cxn modelId="{238F6A79-9A63-4CE3-B189-FD0F1150CBB1}" srcId="{CB3188CD-C7FC-4114-8140-EA66DA7DD329}" destId="{CE23236B-B780-4654-88D9-0C34CFD14B27}" srcOrd="0" destOrd="0" parTransId="{5C65A691-C115-4183-B0B5-086122AE7DBE}" sibTransId="{FC976047-41BA-42F7-94D8-3C8C7574586C}"/>
    <dgm:cxn modelId="{53BE2095-51C9-4655-8FC8-B9996BF6D12C}" type="presOf" srcId="{9FB0F75A-89C5-4D59-B612-48E9F8E6523F}" destId="{5C739FE0-6230-40AE-8711-A4F48B200D16}" srcOrd="0" destOrd="0" presId="urn:microsoft.com/office/officeart/2005/8/layout/hProcess7"/>
    <dgm:cxn modelId="{57C7D996-E319-418C-A148-10EFDE92DAA8}" srcId="{9FB0F75A-89C5-4D59-B612-48E9F8E6523F}" destId="{86BE7C55-5135-437E-A637-1BBBBE02B36A}" srcOrd="0" destOrd="0" parTransId="{0726E1A1-5F7A-48FC-B428-0503A847A4C5}" sibTransId="{3FA92CAA-F322-44B2-A25B-A794FF65BF18}"/>
    <dgm:cxn modelId="{1515F1A4-D9B7-4295-8E3E-C11D43C5FD39}" srcId="{B93018C3-8EF5-4900-803B-1F2174DA5421}" destId="{CB3188CD-C7FC-4114-8140-EA66DA7DD329}" srcOrd="0" destOrd="0" parTransId="{C02435A9-1D2E-4754-86F8-80E43580AFEE}" sibTransId="{5DDA571A-517C-4823-84AE-79FEFCE8BCE5}"/>
    <dgm:cxn modelId="{330199AE-5758-4453-93C5-4B7F717BA54F}" type="presOf" srcId="{37FA03C1-7D35-4B86-8387-831FA622681F}" destId="{0CA084D5-C5D7-4624-9049-C1B23DE26BEC}" srcOrd="0" destOrd="0" presId="urn:microsoft.com/office/officeart/2005/8/layout/hProcess7"/>
    <dgm:cxn modelId="{FA1E3BB0-64AC-43AA-B065-58F26B744F9B}" type="presOf" srcId="{9FB0F75A-89C5-4D59-B612-48E9F8E6523F}" destId="{61B70FD2-D140-406F-92A7-FC9DD542E7A9}" srcOrd="1" destOrd="0" presId="urn:microsoft.com/office/officeart/2005/8/layout/hProcess7"/>
    <dgm:cxn modelId="{88645CBF-7798-4893-B3DA-DEA98BC106D5}" srcId="{37FA03C1-7D35-4B86-8387-831FA622681F}" destId="{7E5FEBB0-5D07-4D1A-821F-DA05E9C3B771}" srcOrd="0" destOrd="0" parTransId="{3D303A2E-21A9-42A3-931D-D910F08B101D}" sibTransId="{D062F4EB-BD7B-453D-8712-839881D58757}"/>
    <dgm:cxn modelId="{40FAA7C8-7162-4549-B702-C48AC70A219B}" type="presOf" srcId="{37FA03C1-7D35-4B86-8387-831FA622681F}" destId="{633FD470-50EC-4D57-8FA9-3F153354CAD0}" srcOrd="1" destOrd="0" presId="urn:microsoft.com/office/officeart/2005/8/layout/hProcess7"/>
    <dgm:cxn modelId="{0B91E9C9-354F-48F1-B1B7-CC363EF4F92E}" type="presOf" srcId="{CB3188CD-C7FC-4114-8140-EA66DA7DD329}" destId="{DCB2EB36-3232-454F-A9D4-94255FF9ED15}" srcOrd="0" destOrd="0" presId="urn:microsoft.com/office/officeart/2005/8/layout/hProcess7"/>
    <dgm:cxn modelId="{64F8E7DB-469F-4799-881A-6FD199693310}" srcId="{B93018C3-8EF5-4900-803B-1F2174DA5421}" destId="{9FB0F75A-89C5-4D59-B612-48E9F8E6523F}" srcOrd="1" destOrd="0" parTransId="{C8F5ED16-0483-4354-8986-4481A1A128DC}" sibTransId="{5528BCEC-D3B4-4FAE-8591-03BCB6AF4D83}"/>
    <dgm:cxn modelId="{A6839DF2-406B-4765-AB0D-539685C4DD65}" type="presOf" srcId="{B93018C3-8EF5-4900-803B-1F2174DA5421}" destId="{9DCCE359-EC85-46E1-A2C2-11431BF2F205}" srcOrd="0" destOrd="0" presId="urn:microsoft.com/office/officeart/2005/8/layout/hProcess7"/>
    <dgm:cxn modelId="{AF60D9FD-5999-4237-8E43-7127BE41B368}" type="presOf" srcId="{7E5FEBB0-5D07-4D1A-821F-DA05E9C3B771}" destId="{28DCDD43-CE8C-424B-9D25-428FBBAB545B}" srcOrd="0" destOrd="0" presId="urn:microsoft.com/office/officeart/2005/8/layout/hProcess7"/>
    <dgm:cxn modelId="{3CD1EB8C-9B5A-4981-98B2-0F9A236B70E8}" type="presParOf" srcId="{9DCCE359-EC85-46E1-A2C2-11431BF2F205}" destId="{843F79A4-08DC-4806-AE86-2DB8D2205B49}" srcOrd="0" destOrd="0" presId="urn:microsoft.com/office/officeart/2005/8/layout/hProcess7"/>
    <dgm:cxn modelId="{5B043856-5446-4937-A390-1D95DA71DA15}" type="presParOf" srcId="{843F79A4-08DC-4806-AE86-2DB8D2205B49}" destId="{DCB2EB36-3232-454F-A9D4-94255FF9ED15}" srcOrd="0" destOrd="0" presId="urn:microsoft.com/office/officeart/2005/8/layout/hProcess7"/>
    <dgm:cxn modelId="{FCC610AA-5DD5-4C20-8390-C17CFA316342}" type="presParOf" srcId="{843F79A4-08DC-4806-AE86-2DB8D2205B49}" destId="{1F3DCC7E-40A9-45DD-B3BD-CDA7D09920D1}" srcOrd="1" destOrd="0" presId="urn:microsoft.com/office/officeart/2005/8/layout/hProcess7"/>
    <dgm:cxn modelId="{C4BA97D2-46D3-4385-97B9-53B2A891187A}" type="presParOf" srcId="{843F79A4-08DC-4806-AE86-2DB8D2205B49}" destId="{FD9B7FB7-47E5-433C-8873-BA4363ECC971}" srcOrd="2" destOrd="0" presId="urn:microsoft.com/office/officeart/2005/8/layout/hProcess7"/>
    <dgm:cxn modelId="{89BBA2CD-B7F9-42B5-98B5-ADD2BBDC7B2B}" type="presParOf" srcId="{9DCCE359-EC85-46E1-A2C2-11431BF2F205}" destId="{60A0A534-D094-4D11-B167-76150A88C9DE}" srcOrd="1" destOrd="0" presId="urn:microsoft.com/office/officeart/2005/8/layout/hProcess7"/>
    <dgm:cxn modelId="{D686D81E-654B-437C-A2BD-654F06221440}" type="presParOf" srcId="{9DCCE359-EC85-46E1-A2C2-11431BF2F205}" destId="{0B1B21EF-2D0A-4945-B2F3-1A6719C1A295}" srcOrd="2" destOrd="0" presId="urn:microsoft.com/office/officeart/2005/8/layout/hProcess7"/>
    <dgm:cxn modelId="{100FF07E-0912-4E77-9C81-FBE30696A816}" type="presParOf" srcId="{0B1B21EF-2D0A-4945-B2F3-1A6719C1A295}" destId="{10FCDADB-9F0A-4441-A6DF-B1CA9BF02B58}" srcOrd="0" destOrd="0" presId="urn:microsoft.com/office/officeart/2005/8/layout/hProcess7"/>
    <dgm:cxn modelId="{25D54208-466D-45DE-B7DC-620269365572}" type="presParOf" srcId="{0B1B21EF-2D0A-4945-B2F3-1A6719C1A295}" destId="{6D0D5880-198F-4122-B630-6F3AFEA6FA4C}" srcOrd="1" destOrd="0" presId="urn:microsoft.com/office/officeart/2005/8/layout/hProcess7"/>
    <dgm:cxn modelId="{D012EFAF-22DF-4A45-BC27-60CA3F924D22}" type="presParOf" srcId="{0B1B21EF-2D0A-4945-B2F3-1A6719C1A295}" destId="{91475AB1-FBC1-4C7E-8C86-E31C12407AE7}" srcOrd="2" destOrd="0" presId="urn:microsoft.com/office/officeart/2005/8/layout/hProcess7"/>
    <dgm:cxn modelId="{5562FBC8-FEDF-4833-96C8-5A38E00847F9}" type="presParOf" srcId="{9DCCE359-EC85-46E1-A2C2-11431BF2F205}" destId="{3452667F-0616-4B47-925F-26A32ABC13F0}" srcOrd="3" destOrd="0" presId="urn:microsoft.com/office/officeart/2005/8/layout/hProcess7"/>
    <dgm:cxn modelId="{32380EF1-E104-49F3-8C6F-9DE2EE07E324}" type="presParOf" srcId="{9DCCE359-EC85-46E1-A2C2-11431BF2F205}" destId="{146FFFEE-44F4-4C29-A9DA-B78DEB8BA4FE}" srcOrd="4" destOrd="0" presId="urn:microsoft.com/office/officeart/2005/8/layout/hProcess7"/>
    <dgm:cxn modelId="{98E6A0AC-8C7C-4F0A-BE9E-7D51791502C7}" type="presParOf" srcId="{146FFFEE-44F4-4C29-A9DA-B78DEB8BA4FE}" destId="{5C739FE0-6230-40AE-8711-A4F48B200D16}" srcOrd="0" destOrd="0" presId="urn:microsoft.com/office/officeart/2005/8/layout/hProcess7"/>
    <dgm:cxn modelId="{B5267A56-7C77-44B4-88F6-C5A474860CE5}" type="presParOf" srcId="{146FFFEE-44F4-4C29-A9DA-B78DEB8BA4FE}" destId="{61B70FD2-D140-406F-92A7-FC9DD542E7A9}" srcOrd="1" destOrd="0" presId="urn:microsoft.com/office/officeart/2005/8/layout/hProcess7"/>
    <dgm:cxn modelId="{A4985C04-2E04-4988-BC31-01F72C45909D}" type="presParOf" srcId="{146FFFEE-44F4-4C29-A9DA-B78DEB8BA4FE}" destId="{17F07179-9459-48AF-AEEE-33E7C0A14F0F}" srcOrd="2" destOrd="0" presId="urn:microsoft.com/office/officeart/2005/8/layout/hProcess7"/>
    <dgm:cxn modelId="{F1629B00-0D1E-4F0A-8C5F-94EB069A6652}" type="presParOf" srcId="{9DCCE359-EC85-46E1-A2C2-11431BF2F205}" destId="{81324136-29EA-4499-8AEE-2AEB336F679B}" srcOrd="5" destOrd="0" presId="urn:microsoft.com/office/officeart/2005/8/layout/hProcess7"/>
    <dgm:cxn modelId="{FB3975F3-FA13-4461-B0E7-22FD4B9FCC83}" type="presParOf" srcId="{9DCCE359-EC85-46E1-A2C2-11431BF2F205}" destId="{A6784A01-1950-47F1-AC13-92664AF76275}" srcOrd="6" destOrd="0" presId="urn:microsoft.com/office/officeart/2005/8/layout/hProcess7"/>
    <dgm:cxn modelId="{BBFEF96F-39DC-4399-AC88-B74E67B865B1}" type="presParOf" srcId="{A6784A01-1950-47F1-AC13-92664AF76275}" destId="{9B2FBEE0-B088-4390-BB2D-B5DA410BE803}" srcOrd="0" destOrd="0" presId="urn:microsoft.com/office/officeart/2005/8/layout/hProcess7"/>
    <dgm:cxn modelId="{6B3C11FB-F020-4264-A1DA-3AF44447599F}" type="presParOf" srcId="{A6784A01-1950-47F1-AC13-92664AF76275}" destId="{12F44A71-EB3E-4D62-8FBF-3E7253F27F33}" srcOrd="1" destOrd="0" presId="urn:microsoft.com/office/officeart/2005/8/layout/hProcess7"/>
    <dgm:cxn modelId="{C7012069-A150-41AC-94EE-9E351C3EAFED}" type="presParOf" srcId="{A6784A01-1950-47F1-AC13-92664AF76275}" destId="{075BB1FF-1E3D-452D-A064-558CE5150D49}" srcOrd="2" destOrd="0" presId="urn:microsoft.com/office/officeart/2005/8/layout/hProcess7"/>
    <dgm:cxn modelId="{92DA0411-5645-4535-912C-4B14A33536AE}" type="presParOf" srcId="{9DCCE359-EC85-46E1-A2C2-11431BF2F205}" destId="{8F8FDC48-CE2F-45E9-9347-046AE17B3F3A}" srcOrd="7" destOrd="0" presId="urn:microsoft.com/office/officeart/2005/8/layout/hProcess7"/>
    <dgm:cxn modelId="{556CC799-59E3-4C43-B808-6B3875C9150F}" type="presParOf" srcId="{9DCCE359-EC85-46E1-A2C2-11431BF2F205}" destId="{9CCF6897-D027-487D-B78C-ADB895D77EAD}" srcOrd="8" destOrd="0" presId="urn:microsoft.com/office/officeart/2005/8/layout/hProcess7"/>
    <dgm:cxn modelId="{54842C5A-8121-41C6-B7B4-35441583BC37}" type="presParOf" srcId="{9CCF6897-D027-487D-B78C-ADB895D77EAD}" destId="{0CA084D5-C5D7-4624-9049-C1B23DE26BEC}" srcOrd="0" destOrd="0" presId="urn:microsoft.com/office/officeart/2005/8/layout/hProcess7"/>
    <dgm:cxn modelId="{CE863658-2553-49A3-9908-A41F0BF099D9}" type="presParOf" srcId="{9CCF6897-D027-487D-B78C-ADB895D77EAD}" destId="{633FD470-50EC-4D57-8FA9-3F153354CAD0}" srcOrd="1" destOrd="0" presId="urn:microsoft.com/office/officeart/2005/8/layout/hProcess7"/>
    <dgm:cxn modelId="{5075504E-B317-4A6A-ACF5-8D6E3DF0590E}" type="presParOf" srcId="{9CCF6897-D027-487D-B78C-ADB895D77EAD}" destId="{28DCDD43-CE8C-424B-9D25-428FBBAB545B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4A5AA7-748C-4BE6-94FC-C8C0E4FF5BC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BBA2155-6336-4C88-B340-2DD92ECAACB6}">
      <dgm:prSet phldrT="[Text]" phldr="0"/>
      <dgm:spPr/>
      <dgm:t>
        <a:bodyPr/>
        <a:lstStyle/>
        <a:p>
          <a:r>
            <a:rPr lang="en-US" dirty="0"/>
            <a:t>Python</a:t>
          </a:r>
          <a:endParaRPr lang="en-IN" dirty="0"/>
        </a:p>
      </dgm:t>
    </dgm:pt>
    <dgm:pt modelId="{6EB786F0-523F-4AB7-B7BC-D4BD17136FC5}" type="parTrans" cxnId="{5EAD7C93-5BB4-4D96-B9BE-CF7269A0C84C}">
      <dgm:prSet/>
      <dgm:spPr/>
      <dgm:t>
        <a:bodyPr/>
        <a:lstStyle/>
        <a:p>
          <a:endParaRPr lang="en-IN"/>
        </a:p>
      </dgm:t>
    </dgm:pt>
    <dgm:pt modelId="{C3B47B1D-A5D9-47A4-8529-35BE71BFAA9D}" type="sibTrans" cxnId="{5EAD7C93-5BB4-4D96-B9BE-CF7269A0C84C}">
      <dgm:prSet/>
      <dgm:spPr/>
      <dgm:t>
        <a:bodyPr/>
        <a:lstStyle/>
        <a:p>
          <a:endParaRPr lang="en-IN"/>
        </a:p>
      </dgm:t>
    </dgm:pt>
    <dgm:pt modelId="{B90B0543-1058-478C-9ABE-73B197E36256}">
      <dgm:prSet phldrT="[Text]" custT="1"/>
      <dgm:spPr/>
      <dgm:t>
        <a:bodyPr/>
        <a:lstStyle/>
        <a:p>
          <a:pPr>
            <a:buNone/>
          </a:pPr>
          <a:r>
            <a:rPr lang="en-IN" sz="3600" dirty="0"/>
            <a:t>Data Cleaning</a:t>
          </a:r>
        </a:p>
      </dgm:t>
    </dgm:pt>
    <dgm:pt modelId="{D50CC8F9-28CC-4B91-B347-CFE1DBBB034F}" type="parTrans" cxnId="{808D8B2A-769F-44E6-ADB9-7086C69EFDA9}">
      <dgm:prSet/>
      <dgm:spPr/>
      <dgm:t>
        <a:bodyPr/>
        <a:lstStyle/>
        <a:p>
          <a:endParaRPr lang="en-IN"/>
        </a:p>
      </dgm:t>
    </dgm:pt>
    <dgm:pt modelId="{23DF88EC-CC9A-4B96-80EA-EB9BB1C9EE7A}" type="sibTrans" cxnId="{808D8B2A-769F-44E6-ADB9-7086C69EFDA9}">
      <dgm:prSet/>
      <dgm:spPr/>
      <dgm:t>
        <a:bodyPr/>
        <a:lstStyle/>
        <a:p>
          <a:endParaRPr lang="en-IN"/>
        </a:p>
      </dgm:t>
    </dgm:pt>
    <dgm:pt modelId="{5E1B31FA-69BE-42AD-B544-3E92A6DDE29C}">
      <dgm:prSet phldrT="[Text]" phldr="0"/>
      <dgm:spPr/>
      <dgm:t>
        <a:bodyPr/>
        <a:lstStyle/>
        <a:p>
          <a:r>
            <a:rPr lang="en-US" dirty="0"/>
            <a:t>SQL</a:t>
          </a:r>
          <a:endParaRPr lang="en-IN" dirty="0"/>
        </a:p>
      </dgm:t>
    </dgm:pt>
    <dgm:pt modelId="{F731CC81-B120-4A3B-9642-E791119795FE}" type="parTrans" cxnId="{A37A525A-0880-4784-A7E5-CA503D8DA552}">
      <dgm:prSet/>
      <dgm:spPr/>
      <dgm:t>
        <a:bodyPr/>
        <a:lstStyle/>
        <a:p>
          <a:endParaRPr lang="en-IN"/>
        </a:p>
      </dgm:t>
    </dgm:pt>
    <dgm:pt modelId="{E7C5767C-3C2B-492E-A69E-025A8559D3A1}" type="sibTrans" cxnId="{A37A525A-0880-4784-A7E5-CA503D8DA552}">
      <dgm:prSet/>
      <dgm:spPr/>
      <dgm:t>
        <a:bodyPr/>
        <a:lstStyle/>
        <a:p>
          <a:endParaRPr lang="en-IN"/>
        </a:p>
      </dgm:t>
    </dgm:pt>
    <dgm:pt modelId="{E12926C1-9742-4911-A6B6-6EBF0224BD08}">
      <dgm:prSet phldrT="[Text]" custT="1"/>
      <dgm:spPr/>
      <dgm:t>
        <a:bodyPr/>
        <a:lstStyle/>
        <a:p>
          <a:pPr>
            <a:buNone/>
          </a:pPr>
          <a:r>
            <a:rPr lang="en-IN" sz="4000" dirty="0"/>
            <a:t>Data Analysis</a:t>
          </a:r>
        </a:p>
      </dgm:t>
    </dgm:pt>
    <dgm:pt modelId="{229B413C-7781-4C64-B918-9FD09CF93D69}" type="parTrans" cxnId="{009322A1-7A54-497E-BCCC-FF4BCB8C6366}">
      <dgm:prSet/>
      <dgm:spPr/>
      <dgm:t>
        <a:bodyPr/>
        <a:lstStyle/>
        <a:p>
          <a:endParaRPr lang="en-IN"/>
        </a:p>
      </dgm:t>
    </dgm:pt>
    <dgm:pt modelId="{23BA619B-ABA8-4F97-B438-9AED69E16B60}" type="sibTrans" cxnId="{009322A1-7A54-497E-BCCC-FF4BCB8C6366}">
      <dgm:prSet/>
      <dgm:spPr/>
      <dgm:t>
        <a:bodyPr/>
        <a:lstStyle/>
        <a:p>
          <a:endParaRPr lang="en-IN"/>
        </a:p>
      </dgm:t>
    </dgm:pt>
    <dgm:pt modelId="{AD1E9141-1323-4598-B0FC-B3DEDB1B00E5}">
      <dgm:prSet phldrT="[Text]" phldr="0"/>
      <dgm:spPr/>
      <dgm:t>
        <a:bodyPr/>
        <a:lstStyle/>
        <a:p>
          <a:r>
            <a:rPr lang="en-US" dirty="0"/>
            <a:t>Power bi</a:t>
          </a:r>
          <a:endParaRPr lang="en-IN" dirty="0"/>
        </a:p>
      </dgm:t>
    </dgm:pt>
    <dgm:pt modelId="{CB377C3C-2EA5-48DF-B001-5A6E51A9E635}" type="parTrans" cxnId="{9856DE14-43A4-4368-A774-1F311DA9E908}">
      <dgm:prSet/>
      <dgm:spPr/>
      <dgm:t>
        <a:bodyPr/>
        <a:lstStyle/>
        <a:p>
          <a:endParaRPr lang="en-IN"/>
        </a:p>
      </dgm:t>
    </dgm:pt>
    <dgm:pt modelId="{F80E122C-ECFC-429A-A704-12221E6EE99C}" type="sibTrans" cxnId="{9856DE14-43A4-4368-A774-1F311DA9E908}">
      <dgm:prSet/>
      <dgm:spPr/>
      <dgm:t>
        <a:bodyPr/>
        <a:lstStyle/>
        <a:p>
          <a:endParaRPr lang="en-IN"/>
        </a:p>
      </dgm:t>
    </dgm:pt>
    <dgm:pt modelId="{8C9AC5A8-1A6D-48A9-962E-FA0DEB2A63EB}">
      <dgm:prSet phldrT="[Text]" custT="1"/>
      <dgm:spPr/>
      <dgm:t>
        <a:bodyPr/>
        <a:lstStyle/>
        <a:p>
          <a:pPr>
            <a:buNone/>
          </a:pPr>
          <a:r>
            <a:rPr lang="en-IN" sz="3600" dirty="0"/>
            <a:t>Data Visualization </a:t>
          </a:r>
        </a:p>
      </dgm:t>
    </dgm:pt>
    <dgm:pt modelId="{CD55F73D-EA0D-408D-A1BF-2C3E75287D2D}" type="parTrans" cxnId="{05A13CF3-3BFA-44DC-BCDE-58E15A6832C8}">
      <dgm:prSet/>
      <dgm:spPr/>
      <dgm:t>
        <a:bodyPr/>
        <a:lstStyle/>
        <a:p>
          <a:endParaRPr lang="en-IN"/>
        </a:p>
      </dgm:t>
    </dgm:pt>
    <dgm:pt modelId="{B351B8CF-E7BE-4DA6-A370-C863C2741A94}" type="sibTrans" cxnId="{05A13CF3-3BFA-44DC-BCDE-58E15A6832C8}">
      <dgm:prSet/>
      <dgm:spPr/>
      <dgm:t>
        <a:bodyPr/>
        <a:lstStyle/>
        <a:p>
          <a:endParaRPr lang="en-IN"/>
        </a:p>
      </dgm:t>
    </dgm:pt>
    <dgm:pt modelId="{9F2D274F-EA0E-4875-8DEA-5AC4F66CD12B}" type="pres">
      <dgm:prSet presAssocID="{A54A5AA7-748C-4BE6-94FC-C8C0E4FF5BC0}" presName="Name0" presStyleCnt="0">
        <dgm:presLayoutVars>
          <dgm:dir/>
          <dgm:animLvl val="lvl"/>
          <dgm:resizeHandles val="exact"/>
        </dgm:presLayoutVars>
      </dgm:prSet>
      <dgm:spPr/>
    </dgm:pt>
    <dgm:pt modelId="{42F9A9BF-3CFA-484C-AAA3-583058D8C003}" type="pres">
      <dgm:prSet presAssocID="{4BBA2155-6336-4C88-B340-2DD92ECAACB6}" presName="linNode" presStyleCnt="0"/>
      <dgm:spPr/>
    </dgm:pt>
    <dgm:pt modelId="{29D1897B-270A-470B-9B57-E4F25964E996}" type="pres">
      <dgm:prSet presAssocID="{4BBA2155-6336-4C88-B340-2DD92ECAACB6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F7092D8B-0DF9-4214-9D95-E2DDDAD85CB8}" type="pres">
      <dgm:prSet presAssocID="{4BBA2155-6336-4C88-B340-2DD92ECAACB6}" presName="descendantText" presStyleLbl="alignAccFollowNode1" presStyleIdx="0" presStyleCnt="3">
        <dgm:presLayoutVars>
          <dgm:bulletEnabled val="1"/>
        </dgm:presLayoutVars>
      </dgm:prSet>
      <dgm:spPr/>
    </dgm:pt>
    <dgm:pt modelId="{E18A563F-2753-4629-BDDB-3649BF6477A2}" type="pres">
      <dgm:prSet presAssocID="{C3B47B1D-A5D9-47A4-8529-35BE71BFAA9D}" presName="sp" presStyleCnt="0"/>
      <dgm:spPr/>
    </dgm:pt>
    <dgm:pt modelId="{4461926F-DE4D-4755-BAE2-59707E3D732C}" type="pres">
      <dgm:prSet presAssocID="{5E1B31FA-69BE-42AD-B544-3E92A6DDE29C}" presName="linNode" presStyleCnt="0"/>
      <dgm:spPr/>
    </dgm:pt>
    <dgm:pt modelId="{04FA8292-DF12-4FD2-8DF3-5853E8AF69C4}" type="pres">
      <dgm:prSet presAssocID="{5E1B31FA-69BE-42AD-B544-3E92A6DDE29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85B10569-09C7-4844-8EE7-F78486A2B93B}" type="pres">
      <dgm:prSet presAssocID="{5E1B31FA-69BE-42AD-B544-3E92A6DDE29C}" presName="descendantText" presStyleLbl="alignAccFollowNode1" presStyleIdx="1" presStyleCnt="3" custLinFactNeighborX="2232" custLinFactNeighborY="-2282">
        <dgm:presLayoutVars>
          <dgm:bulletEnabled val="1"/>
        </dgm:presLayoutVars>
      </dgm:prSet>
      <dgm:spPr/>
    </dgm:pt>
    <dgm:pt modelId="{4E19C462-0CE8-46A7-AE6F-80161158A163}" type="pres">
      <dgm:prSet presAssocID="{E7C5767C-3C2B-492E-A69E-025A8559D3A1}" presName="sp" presStyleCnt="0"/>
      <dgm:spPr/>
    </dgm:pt>
    <dgm:pt modelId="{C7B54C2F-0FE0-42B7-A9E1-F34C8C2DAAA4}" type="pres">
      <dgm:prSet presAssocID="{AD1E9141-1323-4598-B0FC-B3DEDB1B00E5}" presName="linNode" presStyleCnt="0"/>
      <dgm:spPr/>
    </dgm:pt>
    <dgm:pt modelId="{5FEC1DA3-029E-486D-BE5F-D57461FDFD3A}" type="pres">
      <dgm:prSet presAssocID="{AD1E9141-1323-4598-B0FC-B3DEDB1B00E5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4071B090-1EB6-4B81-9E79-C152C4D083B3}" type="pres">
      <dgm:prSet presAssocID="{AD1E9141-1323-4598-B0FC-B3DEDB1B00E5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FD2FCF0E-69C0-4C10-B1B2-292DDC6789E0}" type="presOf" srcId="{E12926C1-9742-4911-A6B6-6EBF0224BD08}" destId="{85B10569-09C7-4844-8EE7-F78486A2B93B}" srcOrd="0" destOrd="0" presId="urn:microsoft.com/office/officeart/2005/8/layout/vList5"/>
    <dgm:cxn modelId="{1C2C6C11-E3BE-41D2-9EB0-C6EBFA9DFC15}" type="presOf" srcId="{5E1B31FA-69BE-42AD-B544-3E92A6DDE29C}" destId="{04FA8292-DF12-4FD2-8DF3-5853E8AF69C4}" srcOrd="0" destOrd="0" presId="urn:microsoft.com/office/officeart/2005/8/layout/vList5"/>
    <dgm:cxn modelId="{9856DE14-43A4-4368-A774-1F311DA9E908}" srcId="{A54A5AA7-748C-4BE6-94FC-C8C0E4FF5BC0}" destId="{AD1E9141-1323-4598-B0FC-B3DEDB1B00E5}" srcOrd="2" destOrd="0" parTransId="{CB377C3C-2EA5-48DF-B001-5A6E51A9E635}" sibTransId="{F80E122C-ECFC-429A-A704-12221E6EE99C}"/>
    <dgm:cxn modelId="{808D8B2A-769F-44E6-ADB9-7086C69EFDA9}" srcId="{4BBA2155-6336-4C88-B340-2DD92ECAACB6}" destId="{B90B0543-1058-478C-9ABE-73B197E36256}" srcOrd="0" destOrd="0" parTransId="{D50CC8F9-28CC-4B91-B347-CFE1DBBB034F}" sibTransId="{23DF88EC-CC9A-4B96-80EA-EB9BB1C9EE7A}"/>
    <dgm:cxn modelId="{F3A69750-CDAF-4B71-981E-0B50ED707540}" type="presOf" srcId="{8C9AC5A8-1A6D-48A9-962E-FA0DEB2A63EB}" destId="{4071B090-1EB6-4B81-9E79-C152C4D083B3}" srcOrd="0" destOrd="0" presId="urn:microsoft.com/office/officeart/2005/8/layout/vList5"/>
    <dgm:cxn modelId="{A37A525A-0880-4784-A7E5-CA503D8DA552}" srcId="{A54A5AA7-748C-4BE6-94FC-C8C0E4FF5BC0}" destId="{5E1B31FA-69BE-42AD-B544-3E92A6DDE29C}" srcOrd="1" destOrd="0" parTransId="{F731CC81-B120-4A3B-9642-E791119795FE}" sibTransId="{E7C5767C-3C2B-492E-A69E-025A8559D3A1}"/>
    <dgm:cxn modelId="{5EAD7C93-5BB4-4D96-B9BE-CF7269A0C84C}" srcId="{A54A5AA7-748C-4BE6-94FC-C8C0E4FF5BC0}" destId="{4BBA2155-6336-4C88-B340-2DD92ECAACB6}" srcOrd="0" destOrd="0" parTransId="{6EB786F0-523F-4AB7-B7BC-D4BD17136FC5}" sibTransId="{C3B47B1D-A5D9-47A4-8529-35BE71BFAA9D}"/>
    <dgm:cxn modelId="{E98D5295-5DA6-441C-A223-84EABDF30F3D}" type="presOf" srcId="{AD1E9141-1323-4598-B0FC-B3DEDB1B00E5}" destId="{5FEC1DA3-029E-486D-BE5F-D57461FDFD3A}" srcOrd="0" destOrd="0" presId="urn:microsoft.com/office/officeart/2005/8/layout/vList5"/>
    <dgm:cxn modelId="{009322A1-7A54-497E-BCCC-FF4BCB8C6366}" srcId="{5E1B31FA-69BE-42AD-B544-3E92A6DDE29C}" destId="{E12926C1-9742-4911-A6B6-6EBF0224BD08}" srcOrd="0" destOrd="0" parTransId="{229B413C-7781-4C64-B918-9FD09CF93D69}" sibTransId="{23BA619B-ABA8-4F97-B438-9AED69E16B60}"/>
    <dgm:cxn modelId="{459B2DE0-8408-43F9-BB47-C75CB00BD1FB}" type="presOf" srcId="{A54A5AA7-748C-4BE6-94FC-C8C0E4FF5BC0}" destId="{9F2D274F-EA0E-4875-8DEA-5AC4F66CD12B}" srcOrd="0" destOrd="0" presId="urn:microsoft.com/office/officeart/2005/8/layout/vList5"/>
    <dgm:cxn modelId="{05A13CF3-3BFA-44DC-BCDE-58E15A6832C8}" srcId="{AD1E9141-1323-4598-B0FC-B3DEDB1B00E5}" destId="{8C9AC5A8-1A6D-48A9-962E-FA0DEB2A63EB}" srcOrd="0" destOrd="0" parTransId="{CD55F73D-EA0D-408D-A1BF-2C3E75287D2D}" sibTransId="{B351B8CF-E7BE-4DA6-A370-C863C2741A94}"/>
    <dgm:cxn modelId="{BA2320F9-E4DB-4314-9A1B-671BDB9C394A}" type="presOf" srcId="{4BBA2155-6336-4C88-B340-2DD92ECAACB6}" destId="{29D1897B-270A-470B-9B57-E4F25964E996}" srcOrd="0" destOrd="0" presId="urn:microsoft.com/office/officeart/2005/8/layout/vList5"/>
    <dgm:cxn modelId="{92EB50FE-322E-49BB-B5D3-7AF26485CFA2}" type="presOf" srcId="{B90B0543-1058-478C-9ABE-73B197E36256}" destId="{F7092D8B-0DF9-4214-9D95-E2DDDAD85CB8}" srcOrd="0" destOrd="0" presId="urn:microsoft.com/office/officeart/2005/8/layout/vList5"/>
    <dgm:cxn modelId="{FF443018-2018-4663-8E4D-3AC9A4EA68DF}" type="presParOf" srcId="{9F2D274F-EA0E-4875-8DEA-5AC4F66CD12B}" destId="{42F9A9BF-3CFA-484C-AAA3-583058D8C003}" srcOrd="0" destOrd="0" presId="urn:microsoft.com/office/officeart/2005/8/layout/vList5"/>
    <dgm:cxn modelId="{1FF65298-D445-495A-9EE8-4A4829106607}" type="presParOf" srcId="{42F9A9BF-3CFA-484C-AAA3-583058D8C003}" destId="{29D1897B-270A-470B-9B57-E4F25964E996}" srcOrd="0" destOrd="0" presId="urn:microsoft.com/office/officeart/2005/8/layout/vList5"/>
    <dgm:cxn modelId="{CB43E80C-F49C-4201-89AF-39E1F9037CA6}" type="presParOf" srcId="{42F9A9BF-3CFA-484C-AAA3-583058D8C003}" destId="{F7092D8B-0DF9-4214-9D95-E2DDDAD85CB8}" srcOrd="1" destOrd="0" presId="urn:microsoft.com/office/officeart/2005/8/layout/vList5"/>
    <dgm:cxn modelId="{1BD918FE-84F1-477D-B112-7B384E411BD6}" type="presParOf" srcId="{9F2D274F-EA0E-4875-8DEA-5AC4F66CD12B}" destId="{E18A563F-2753-4629-BDDB-3649BF6477A2}" srcOrd="1" destOrd="0" presId="urn:microsoft.com/office/officeart/2005/8/layout/vList5"/>
    <dgm:cxn modelId="{35245B18-9874-4F50-A31E-B22461F3AC3C}" type="presParOf" srcId="{9F2D274F-EA0E-4875-8DEA-5AC4F66CD12B}" destId="{4461926F-DE4D-4755-BAE2-59707E3D732C}" srcOrd="2" destOrd="0" presId="urn:microsoft.com/office/officeart/2005/8/layout/vList5"/>
    <dgm:cxn modelId="{29E3451D-F1EB-46EA-8338-8E758C3667BB}" type="presParOf" srcId="{4461926F-DE4D-4755-BAE2-59707E3D732C}" destId="{04FA8292-DF12-4FD2-8DF3-5853E8AF69C4}" srcOrd="0" destOrd="0" presId="urn:microsoft.com/office/officeart/2005/8/layout/vList5"/>
    <dgm:cxn modelId="{5858FB7F-0A5D-44EF-A808-B1738FC84F62}" type="presParOf" srcId="{4461926F-DE4D-4755-BAE2-59707E3D732C}" destId="{85B10569-09C7-4844-8EE7-F78486A2B93B}" srcOrd="1" destOrd="0" presId="urn:microsoft.com/office/officeart/2005/8/layout/vList5"/>
    <dgm:cxn modelId="{DDB24D3F-38B9-4ABC-BE28-C4BB75965E3A}" type="presParOf" srcId="{9F2D274F-EA0E-4875-8DEA-5AC4F66CD12B}" destId="{4E19C462-0CE8-46A7-AE6F-80161158A163}" srcOrd="3" destOrd="0" presId="urn:microsoft.com/office/officeart/2005/8/layout/vList5"/>
    <dgm:cxn modelId="{FD8B79A0-84AB-4045-AAC6-C11CF98A2BD9}" type="presParOf" srcId="{9F2D274F-EA0E-4875-8DEA-5AC4F66CD12B}" destId="{C7B54C2F-0FE0-42B7-A9E1-F34C8C2DAAA4}" srcOrd="4" destOrd="0" presId="urn:microsoft.com/office/officeart/2005/8/layout/vList5"/>
    <dgm:cxn modelId="{B0986661-446D-4DA7-87B6-6EB51D417124}" type="presParOf" srcId="{C7B54C2F-0FE0-42B7-A9E1-F34C8C2DAAA4}" destId="{5FEC1DA3-029E-486D-BE5F-D57461FDFD3A}" srcOrd="0" destOrd="0" presId="urn:microsoft.com/office/officeart/2005/8/layout/vList5"/>
    <dgm:cxn modelId="{87035A8C-FD76-4353-B0CB-9184A90BFDF9}" type="presParOf" srcId="{C7B54C2F-0FE0-42B7-A9E1-F34C8C2DAAA4}" destId="{4071B090-1EB6-4B81-9E79-C152C4D083B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670CD1-1D9A-4705-B690-40B7EFFA938B}" type="doc">
      <dgm:prSet loTypeId="urn:microsoft.com/office/officeart/2008/layout/Vertical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9E52092-53D7-44DE-BFA3-0E3070FA2AFE}">
      <dgm:prSet phldrT="[Text]" phldr="0"/>
      <dgm:spPr/>
      <dgm:t>
        <a:bodyPr/>
        <a:lstStyle/>
        <a:p>
          <a:endParaRPr lang="en-IN" dirty="0"/>
        </a:p>
      </dgm:t>
    </dgm:pt>
    <dgm:pt modelId="{C56B42A1-B893-4D5D-AD8A-999E28FFCEA7}" type="parTrans" cxnId="{4F4E6523-A3DF-41EC-8124-931193676203}">
      <dgm:prSet/>
      <dgm:spPr/>
      <dgm:t>
        <a:bodyPr/>
        <a:lstStyle/>
        <a:p>
          <a:endParaRPr lang="en-IN"/>
        </a:p>
      </dgm:t>
    </dgm:pt>
    <dgm:pt modelId="{E3937AD1-2343-4106-961F-8B24ADCE36A4}" type="sibTrans" cxnId="{4F4E6523-A3DF-41EC-8124-931193676203}">
      <dgm:prSet/>
      <dgm:spPr/>
      <dgm:t>
        <a:bodyPr/>
        <a:lstStyle/>
        <a:p>
          <a:endParaRPr lang="en-IN"/>
        </a:p>
      </dgm:t>
    </dgm:pt>
    <dgm:pt modelId="{82A50291-C77A-4F75-8D1D-42A43EF8EAD4}">
      <dgm:prSet phldrT="[Text]" custT="1"/>
      <dgm:spPr/>
      <dgm:t>
        <a:bodyPr/>
        <a:lstStyle/>
        <a:p>
          <a:pPr>
            <a:buNone/>
          </a:pPr>
          <a:r>
            <a:rPr lang="en-US" sz="2000" dirty="0"/>
            <a:t>• Technology category generates the highest sales among all categories </a:t>
          </a:r>
          <a:br>
            <a:rPr lang="en-US" sz="2000" dirty="0"/>
          </a:br>
          <a:endParaRPr lang="en-IN" sz="2000" dirty="0"/>
        </a:p>
      </dgm:t>
    </dgm:pt>
    <dgm:pt modelId="{9EE9C520-2ADA-4DDB-BEA3-CE353AF76850}" type="parTrans" cxnId="{669E700A-90DD-4209-B717-573F1835BE30}">
      <dgm:prSet/>
      <dgm:spPr/>
      <dgm:t>
        <a:bodyPr/>
        <a:lstStyle/>
        <a:p>
          <a:endParaRPr lang="en-IN"/>
        </a:p>
      </dgm:t>
    </dgm:pt>
    <dgm:pt modelId="{62E0A119-DBFC-411A-B535-98998EE74C01}" type="sibTrans" cxnId="{669E700A-90DD-4209-B717-573F1835BE30}">
      <dgm:prSet/>
      <dgm:spPr/>
      <dgm:t>
        <a:bodyPr/>
        <a:lstStyle/>
        <a:p>
          <a:endParaRPr lang="en-IN"/>
        </a:p>
      </dgm:t>
    </dgm:pt>
    <dgm:pt modelId="{D69183C4-7046-4AE7-9D0C-D156A9B3DD37}">
      <dgm:prSet phldrT="[Text]" phldr="0"/>
      <dgm:spPr/>
      <dgm:t>
        <a:bodyPr/>
        <a:lstStyle/>
        <a:p>
          <a:endParaRPr lang="en-IN" dirty="0"/>
        </a:p>
      </dgm:t>
    </dgm:pt>
    <dgm:pt modelId="{A96376FB-DBEC-4FDE-928D-712DC36A5310}" type="parTrans" cxnId="{684E7619-413E-4D78-B61D-A22AF58B4AAC}">
      <dgm:prSet/>
      <dgm:spPr/>
      <dgm:t>
        <a:bodyPr/>
        <a:lstStyle/>
        <a:p>
          <a:endParaRPr lang="en-IN"/>
        </a:p>
      </dgm:t>
    </dgm:pt>
    <dgm:pt modelId="{A3B5BDDA-3D07-4F7E-8BAA-2B138537CBF3}" type="sibTrans" cxnId="{684E7619-413E-4D78-B61D-A22AF58B4AAC}">
      <dgm:prSet/>
      <dgm:spPr/>
      <dgm:t>
        <a:bodyPr/>
        <a:lstStyle/>
        <a:p>
          <a:endParaRPr lang="en-IN"/>
        </a:p>
      </dgm:t>
    </dgm:pt>
    <dgm:pt modelId="{C5DE6F92-2FFA-418C-BA8D-D9ED41FA833F}">
      <dgm:prSet phldrT="[Text]"/>
      <dgm:spPr/>
      <dgm:t>
        <a:bodyPr/>
        <a:lstStyle/>
        <a:p>
          <a:pPr>
            <a:buNone/>
          </a:pPr>
          <a:endParaRPr lang="en-IN" sz="1000" dirty="0"/>
        </a:p>
      </dgm:t>
    </dgm:pt>
    <dgm:pt modelId="{0E0FFD4A-D2C5-442B-BBF2-E4C8243126A0}" type="parTrans" cxnId="{C70DFC18-0EFD-4B7B-B9EE-67A12594D13C}">
      <dgm:prSet/>
      <dgm:spPr/>
      <dgm:t>
        <a:bodyPr/>
        <a:lstStyle/>
        <a:p>
          <a:endParaRPr lang="en-IN"/>
        </a:p>
      </dgm:t>
    </dgm:pt>
    <dgm:pt modelId="{4FC5469D-29F4-4EF8-BC33-63FD947F8ED4}" type="sibTrans" cxnId="{C70DFC18-0EFD-4B7B-B9EE-67A12594D13C}">
      <dgm:prSet/>
      <dgm:spPr/>
      <dgm:t>
        <a:bodyPr/>
        <a:lstStyle/>
        <a:p>
          <a:endParaRPr lang="en-IN"/>
        </a:p>
      </dgm:t>
    </dgm:pt>
    <dgm:pt modelId="{999DC80A-F2F0-4476-9791-5AE71FA3A14B}">
      <dgm:prSet phldrT="[Text]" phldr="0"/>
      <dgm:spPr/>
      <dgm:t>
        <a:bodyPr/>
        <a:lstStyle/>
        <a:p>
          <a:endParaRPr lang="en-IN" dirty="0"/>
        </a:p>
      </dgm:t>
    </dgm:pt>
    <dgm:pt modelId="{ACF7A858-24DE-4B7D-8DF8-82C8D9843D24}" type="parTrans" cxnId="{902B9B79-5617-4768-A279-602E2174FCBB}">
      <dgm:prSet/>
      <dgm:spPr/>
      <dgm:t>
        <a:bodyPr/>
        <a:lstStyle/>
        <a:p>
          <a:endParaRPr lang="en-IN"/>
        </a:p>
      </dgm:t>
    </dgm:pt>
    <dgm:pt modelId="{A50887E4-DFFB-4F56-A2A4-EFE294E9DAF3}" type="sibTrans" cxnId="{902B9B79-5617-4768-A279-602E2174FCBB}">
      <dgm:prSet/>
      <dgm:spPr/>
      <dgm:t>
        <a:bodyPr/>
        <a:lstStyle/>
        <a:p>
          <a:endParaRPr lang="en-IN"/>
        </a:p>
      </dgm:t>
    </dgm:pt>
    <dgm:pt modelId="{E4125522-B2BB-4BE6-918B-22779CEA843B}">
      <dgm:prSet phldrT="[Text]" custT="1"/>
      <dgm:spPr/>
      <dgm:t>
        <a:bodyPr/>
        <a:lstStyle/>
        <a:p>
          <a:pPr>
            <a:buNone/>
          </a:pPr>
          <a:r>
            <a:rPr lang="en-US" sz="2000" dirty="0"/>
            <a:t>• Sales show a consistent upward trend from 2011 to 2014 </a:t>
          </a:r>
          <a:br>
            <a:rPr lang="en-US" sz="2000" dirty="0"/>
          </a:br>
          <a:endParaRPr lang="en-IN" sz="2000" dirty="0"/>
        </a:p>
      </dgm:t>
    </dgm:pt>
    <dgm:pt modelId="{7A780236-6416-45EF-978B-035B73DF4394}" type="parTrans" cxnId="{19E8FCE8-AA97-44AA-BCDD-AD9FAF250AF9}">
      <dgm:prSet/>
      <dgm:spPr/>
      <dgm:t>
        <a:bodyPr/>
        <a:lstStyle/>
        <a:p>
          <a:endParaRPr lang="en-IN"/>
        </a:p>
      </dgm:t>
    </dgm:pt>
    <dgm:pt modelId="{028DACD5-D664-442E-91C6-12A3D945A129}" type="sibTrans" cxnId="{19E8FCE8-AA97-44AA-BCDD-AD9FAF250AF9}">
      <dgm:prSet/>
      <dgm:spPr/>
      <dgm:t>
        <a:bodyPr/>
        <a:lstStyle/>
        <a:p>
          <a:endParaRPr lang="en-IN"/>
        </a:p>
      </dgm:t>
    </dgm:pt>
    <dgm:pt modelId="{160E79E7-C11E-4F96-96B4-FA72201D7C54}">
      <dgm:prSet custT="1"/>
      <dgm:spPr/>
      <dgm:t>
        <a:bodyPr/>
        <a:lstStyle/>
        <a:p>
          <a:pPr>
            <a:buNone/>
          </a:pPr>
          <a:r>
            <a:rPr lang="en-US" sz="2000" dirty="0"/>
            <a:t>• Central region contributes significantly higher sales compared to other regions </a:t>
          </a:r>
          <a:br>
            <a:rPr lang="en-US" sz="2000" dirty="0"/>
          </a:br>
          <a:endParaRPr lang="en-US" sz="2000" dirty="0"/>
        </a:p>
      </dgm:t>
    </dgm:pt>
    <dgm:pt modelId="{F773463A-5F3A-4097-8E35-8DAF442A9EAE}" type="parTrans" cxnId="{F0323799-A3C3-4E8E-83D5-A5DBF719E14C}">
      <dgm:prSet/>
      <dgm:spPr/>
      <dgm:t>
        <a:bodyPr/>
        <a:lstStyle/>
        <a:p>
          <a:endParaRPr lang="en-IN"/>
        </a:p>
      </dgm:t>
    </dgm:pt>
    <dgm:pt modelId="{3770E618-9B1B-46A3-86A1-EF63C3ABB81A}" type="sibTrans" cxnId="{F0323799-A3C3-4E8E-83D5-A5DBF719E14C}">
      <dgm:prSet/>
      <dgm:spPr/>
      <dgm:t>
        <a:bodyPr/>
        <a:lstStyle/>
        <a:p>
          <a:endParaRPr lang="en-IN"/>
        </a:p>
      </dgm:t>
    </dgm:pt>
    <dgm:pt modelId="{7399F6C6-051C-45A5-8C42-DBCA3486F2FF}" type="pres">
      <dgm:prSet presAssocID="{5B670CD1-1D9A-4705-B690-40B7EFFA938B}" presName="Name0" presStyleCnt="0">
        <dgm:presLayoutVars>
          <dgm:chMax/>
          <dgm:chPref/>
          <dgm:dir/>
        </dgm:presLayoutVars>
      </dgm:prSet>
      <dgm:spPr/>
    </dgm:pt>
    <dgm:pt modelId="{7F81821D-E2D2-43C2-965B-23C5BDD1A4A1}" type="pres">
      <dgm:prSet presAssocID="{29E52092-53D7-44DE-BFA3-0E3070FA2AFE}" presName="parenttextcomposite" presStyleCnt="0"/>
      <dgm:spPr/>
    </dgm:pt>
    <dgm:pt modelId="{53B02C3D-3B3A-433E-9563-9456B6DA89F0}" type="pres">
      <dgm:prSet presAssocID="{29E52092-53D7-44DE-BFA3-0E3070FA2AFE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6CAAAF5F-5284-4699-84E2-D2D084EC3D34}" type="pres">
      <dgm:prSet presAssocID="{29E52092-53D7-44DE-BFA3-0E3070FA2AFE}" presName="composite" presStyleCnt="0"/>
      <dgm:spPr/>
    </dgm:pt>
    <dgm:pt modelId="{7E9728DB-9C29-49A8-B754-5AA60D1A9D13}" type="pres">
      <dgm:prSet presAssocID="{29E52092-53D7-44DE-BFA3-0E3070FA2AFE}" presName="chevron1" presStyleLbl="alignNode1" presStyleIdx="0" presStyleCnt="21"/>
      <dgm:spPr/>
    </dgm:pt>
    <dgm:pt modelId="{6362C0A5-F12D-4F78-91DB-15606067BCA3}" type="pres">
      <dgm:prSet presAssocID="{29E52092-53D7-44DE-BFA3-0E3070FA2AFE}" presName="chevron2" presStyleLbl="alignNode1" presStyleIdx="1" presStyleCnt="21"/>
      <dgm:spPr/>
    </dgm:pt>
    <dgm:pt modelId="{A56CD853-9C14-428D-9B5A-02A53FE7159E}" type="pres">
      <dgm:prSet presAssocID="{29E52092-53D7-44DE-BFA3-0E3070FA2AFE}" presName="chevron3" presStyleLbl="alignNode1" presStyleIdx="2" presStyleCnt="21"/>
      <dgm:spPr/>
    </dgm:pt>
    <dgm:pt modelId="{9040B081-AA35-4DEC-B4AA-52E0C731DC76}" type="pres">
      <dgm:prSet presAssocID="{29E52092-53D7-44DE-BFA3-0E3070FA2AFE}" presName="chevron4" presStyleLbl="alignNode1" presStyleIdx="3" presStyleCnt="21"/>
      <dgm:spPr/>
    </dgm:pt>
    <dgm:pt modelId="{1697A88C-F8B5-45D9-812D-C106E5BE4F40}" type="pres">
      <dgm:prSet presAssocID="{29E52092-53D7-44DE-BFA3-0E3070FA2AFE}" presName="chevron5" presStyleLbl="alignNode1" presStyleIdx="4" presStyleCnt="21"/>
      <dgm:spPr/>
    </dgm:pt>
    <dgm:pt modelId="{08A158BD-7DFA-49DE-9C38-7F6BF64E897B}" type="pres">
      <dgm:prSet presAssocID="{29E52092-53D7-44DE-BFA3-0E3070FA2AFE}" presName="chevron6" presStyleLbl="alignNode1" presStyleIdx="5" presStyleCnt="21"/>
      <dgm:spPr/>
    </dgm:pt>
    <dgm:pt modelId="{E291512B-591D-49ED-98E5-8B6454B6FD0A}" type="pres">
      <dgm:prSet presAssocID="{29E52092-53D7-44DE-BFA3-0E3070FA2AFE}" presName="chevron7" presStyleLbl="alignNode1" presStyleIdx="6" presStyleCnt="21"/>
      <dgm:spPr/>
    </dgm:pt>
    <dgm:pt modelId="{409490F8-367C-46BB-AFA4-A13D7DC14AF1}" type="pres">
      <dgm:prSet presAssocID="{29E52092-53D7-44DE-BFA3-0E3070FA2AFE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</dgm:pt>
    <dgm:pt modelId="{D03E87D4-F40C-4812-8436-59E897280B4C}" type="pres">
      <dgm:prSet presAssocID="{E3937AD1-2343-4106-961F-8B24ADCE36A4}" presName="sibTrans" presStyleCnt="0"/>
      <dgm:spPr/>
    </dgm:pt>
    <dgm:pt modelId="{E07DA205-FDC7-4E9D-B862-D4CB5C46226A}" type="pres">
      <dgm:prSet presAssocID="{D69183C4-7046-4AE7-9D0C-D156A9B3DD37}" presName="parenttextcomposite" presStyleCnt="0"/>
      <dgm:spPr/>
    </dgm:pt>
    <dgm:pt modelId="{4FBF6569-CE2A-4A72-B41D-FC36F399D73C}" type="pres">
      <dgm:prSet presAssocID="{D69183C4-7046-4AE7-9D0C-D156A9B3DD37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B3CCE5F4-365F-40B2-8F2E-C07AEB6415DD}" type="pres">
      <dgm:prSet presAssocID="{D69183C4-7046-4AE7-9D0C-D156A9B3DD37}" presName="composite" presStyleCnt="0"/>
      <dgm:spPr/>
    </dgm:pt>
    <dgm:pt modelId="{7F38AF38-6B15-4178-A041-210D88A0983D}" type="pres">
      <dgm:prSet presAssocID="{D69183C4-7046-4AE7-9D0C-D156A9B3DD37}" presName="chevron1" presStyleLbl="alignNode1" presStyleIdx="7" presStyleCnt="21"/>
      <dgm:spPr/>
    </dgm:pt>
    <dgm:pt modelId="{67561E0B-B896-4EA0-B1B3-D45A175A47B4}" type="pres">
      <dgm:prSet presAssocID="{D69183C4-7046-4AE7-9D0C-D156A9B3DD37}" presName="chevron2" presStyleLbl="alignNode1" presStyleIdx="8" presStyleCnt="21"/>
      <dgm:spPr/>
    </dgm:pt>
    <dgm:pt modelId="{8C4BF369-151F-4DBC-877A-C6AEA876B95A}" type="pres">
      <dgm:prSet presAssocID="{D69183C4-7046-4AE7-9D0C-D156A9B3DD37}" presName="chevron3" presStyleLbl="alignNode1" presStyleIdx="9" presStyleCnt="21"/>
      <dgm:spPr/>
    </dgm:pt>
    <dgm:pt modelId="{A9B827E0-2797-4B2F-B11D-47C8B2AD6BC0}" type="pres">
      <dgm:prSet presAssocID="{D69183C4-7046-4AE7-9D0C-D156A9B3DD37}" presName="chevron4" presStyleLbl="alignNode1" presStyleIdx="10" presStyleCnt="21"/>
      <dgm:spPr/>
    </dgm:pt>
    <dgm:pt modelId="{70B43516-8855-487A-865D-D5B86B6D0D61}" type="pres">
      <dgm:prSet presAssocID="{D69183C4-7046-4AE7-9D0C-D156A9B3DD37}" presName="chevron5" presStyleLbl="alignNode1" presStyleIdx="11" presStyleCnt="21"/>
      <dgm:spPr/>
    </dgm:pt>
    <dgm:pt modelId="{868451F0-04F7-4A79-9016-C20CD5D3F64C}" type="pres">
      <dgm:prSet presAssocID="{D69183C4-7046-4AE7-9D0C-D156A9B3DD37}" presName="chevron6" presStyleLbl="alignNode1" presStyleIdx="12" presStyleCnt="21"/>
      <dgm:spPr/>
    </dgm:pt>
    <dgm:pt modelId="{DA4574E5-59C1-4499-8735-64871440FA6E}" type="pres">
      <dgm:prSet presAssocID="{D69183C4-7046-4AE7-9D0C-D156A9B3DD37}" presName="chevron7" presStyleLbl="alignNode1" presStyleIdx="13" presStyleCnt="21"/>
      <dgm:spPr/>
    </dgm:pt>
    <dgm:pt modelId="{5E7CA95A-71BA-4C6F-B795-896448E7078C}" type="pres">
      <dgm:prSet presAssocID="{D69183C4-7046-4AE7-9D0C-D156A9B3DD37}" presName="childtext" presStyleLbl="solidFgAcc1" presStyleIdx="1" presStyleCnt="3">
        <dgm:presLayoutVars>
          <dgm:chMax/>
          <dgm:chPref val="0"/>
          <dgm:bulletEnabled val="1"/>
        </dgm:presLayoutVars>
      </dgm:prSet>
      <dgm:spPr/>
    </dgm:pt>
    <dgm:pt modelId="{CEE668B1-9464-4FF1-AFE0-DECEEED44F3F}" type="pres">
      <dgm:prSet presAssocID="{A3B5BDDA-3D07-4F7E-8BAA-2B138537CBF3}" presName="sibTrans" presStyleCnt="0"/>
      <dgm:spPr/>
    </dgm:pt>
    <dgm:pt modelId="{F85D552B-341A-4FEA-A51D-18D5A84ABC39}" type="pres">
      <dgm:prSet presAssocID="{999DC80A-F2F0-4476-9791-5AE71FA3A14B}" presName="parenttextcomposite" presStyleCnt="0"/>
      <dgm:spPr/>
    </dgm:pt>
    <dgm:pt modelId="{D8C4309D-B855-402E-A68E-E833C60E1AA1}" type="pres">
      <dgm:prSet presAssocID="{999DC80A-F2F0-4476-9791-5AE71FA3A14B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B21F57D2-D4C2-40CA-B921-6EF15E316830}" type="pres">
      <dgm:prSet presAssocID="{999DC80A-F2F0-4476-9791-5AE71FA3A14B}" presName="composite" presStyleCnt="0"/>
      <dgm:spPr/>
    </dgm:pt>
    <dgm:pt modelId="{BCD3D4BE-89A4-4609-AD64-3A720B70F497}" type="pres">
      <dgm:prSet presAssocID="{999DC80A-F2F0-4476-9791-5AE71FA3A14B}" presName="chevron1" presStyleLbl="alignNode1" presStyleIdx="14" presStyleCnt="21"/>
      <dgm:spPr/>
    </dgm:pt>
    <dgm:pt modelId="{29DED633-E5BD-48AC-8F01-D2AB420E9FF9}" type="pres">
      <dgm:prSet presAssocID="{999DC80A-F2F0-4476-9791-5AE71FA3A14B}" presName="chevron2" presStyleLbl="alignNode1" presStyleIdx="15" presStyleCnt="21"/>
      <dgm:spPr/>
    </dgm:pt>
    <dgm:pt modelId="{A78A0890-0652-4ACF-8716-99A18930F61F}" type="pres">
      <dgm:prSet presAssocID="{999DC80A-F2F0-4476-9791-5AE71FA3A14B}" presName="chevron3" presStyleLbl="alignNode1" presStyleIdx="16" presStyleCnt="21"/>
      <dgm:spPr/>
    </dgm:pt>
    <dgm:pt modelId="{901DD0AE-41C0-40DF-A7D0-9C4F97CCBAAB}" type="pres">
      <dgm:prSet presAssocID="{999DC80A-F2F0-4476-9791-5AE71FA3A14B}" presName="chevron4" presStyleLbl="alignNode1" presStyleIdx="17" presStyleCnt="21"/>
      <dgm:spPr/>
    </dgm:pt>
    <dgm:pt modelId="{B10AAFB4-9EAE-48EE-B181-007CEB400B27}" type="pres">
      <dgm:prSet presAssocID="{999DC80A-F2F0-4476-9791-5AE71FA3A14B}" presName="chevron5" presStyleLbl="alignNode1" presStyleIdx="18" presStyleCnt="21"/>
      <dgm:spPr/>
    </dgm:pt>
    <dgm:pt modelId="{51DB209B-F965-4993-B3AC-637A6FF9267B}" type="pres">
      <dgm:prSet presAssocID="{999DC80A-F2F0-4476-9791-5AE71FA3A14B}" presName="chevron6" presStyleLbl="alignNode1" presStyleIdx="19" presStyleCnt="21"/>
      <dgm:spPr/>
    </dgm:pt>
    <dgm:pt modelId="{B0EC5546-9E5A-42A3-A29D-682E6C67C405}" type="pres">
      <dgm:prSet presAssocID="{999DC80A-F2F0-4476-9791-5AE71FA3A14B}" presName="chevron7" presStyleLbl="alignNode1" presStyleIdx="20" presStyleCnt="21"/>
      <dgm:spPr/>
    </dgm:pt>
    <dgm:pt modelId="{0D7E8577-F407-4B09-B2D4-F7B9F9FAFC32}" type="pres">
      <dgm:prSet presAssocID="{999DC80A-F2F0-4476-9791-5AE71FA3A14B}" presName="childtext" presStyleLbl="solidFgAcc1" presStyleIdx="2" presStyleCnt="3">
        <dgm:presLayoutVars>
          <dgm:chMax/>
          <dgm:chPref val="0"/>
          <dgm:bulletEnabled val="1"/>
        </dgm:presLayoutVars>
      </dgm:prSet>
      <dgm:spPr/>
    </dgm:pt>
  </dgm:ptLst>
  <dgm:cxnLst>
    <dgm:cxn modelId="{669E700A-90DD-4209-B717-573F1835BE30}" srcId="{29E52092-53D7-44DE-BFA3-0E3070FA2AFE}" destId="{82A50291-C77A-4F75-8D1D-42A43EF8EAD4}" srcOrd="0" destOrd="0" parTransId="{9EE9C520-2ADA-4DDB-BEA3-CE353AF76850}" sibTransId="{62E0A119-DBFC-411A-B535-98998EE74C01}"/>
    <dgm:cxn modelId="{DD587D16-8CAF-4C0A-AF71-1B85200DDBFA}" type="presOf" srcId="{82A50291-C77A-4F75-8D1D-42A43EF8EAD4}" destId="{409490F8-367C-46BB-AFA4-A13D7DC14AF1}" srcOrd="0" destOrd="0" presId="urn:microsoft.com/office/officeart/2008/layout/VerticalAccentList"/>
    <dgm:cxn modelId="{C70DFC18-0EFD-4B7B-B9EE-67A12594D13C}" srcId="{D69183C4-7046-4AE7-9D0C-D156A9B3DD37}" destId="{C5DE6F92-2FFA-418C-BA8D-D9ED41FA833F}" srcOrd="0" destOrd="0" parTransId="{0E0FFD4A-D2C5-442B-BBF2-E4C8243126A0}" sibTransId="{4FC5469D-29F4-4EF8-BC33-63FD947F8ED4}"/>
    <dgm:cxn modelId="{684E7619-413E-4D78-B61D-A22AF58B4AAC}" srcId="{5B670CD1-1D9A-4705-B690-40B7EFFA938B}" destId="{D69183C4-7046-4AE7-9D0C-D156A9B3DD37}" srcOrd="1" destOrd="0" parTransId="{A96376FB-DBEC-4FDE-928D-712DC36A5310}" sibTransId="{A3B5BDDA-3D07-4F7E-8BAA-2B138537CBF3}"/>
    <dgm:cxn modelId="{4F4E6523-A3DF-41EC-8124-931193676203}" srcId="{5B670CD1-1D9A-4705-B690-40B7EFFA938B}" destId="{29E52092-53D7-44DE-BFA3-0E3070FA2AFE}" srcOrd="0" destOrd="0" parTransId="{C56B42A1-B893-4D5D-AD8A-999E28FFCEA7}" sibTransId="{E3937AD1-2343-4106-961F-8B24ADCE36A4}"/>
    <dgm:cxn modelId="{87C1F731-AEFC-43A0-9C1D-7C5CD225E57A}" type="presOf" srcId="{D69183C4-7046-4AE7-9D0C-D156A9B3DD37}" destId="{4FBF6569-CE2A-4A72-B41D-FC36F399D73C}" srcOrd="0" destOrd="0" presId="urn:microsoft.com/office/officeart/2008/layout/VerticalAccentList"/>
    <dgm:cxn modelId="{81108F79-405C-4E9F-A07E-05975EBD66A7}" type="presOf" srcId="{5B670CD1-1D9A-4705-B690-40B7EFFA938B}" destId="{7399F6C6-051C-45A5-8C42-DBCA3486F2FF}" srcOrd="0" destOrd="0" presId="urn:microsoft.com/office/officeart/2008/layout/VerticalAccentList"/>
    <dgm:cxn modelId="{902B9B79-5617-4768-A279-602E2174FCBB}" srcId="{5B670CD1-1D9A-4705-B690-40B7EFFA938B}" destId="{999DC80A-F2F0-4476-9791-5AE71FA3A14B}" srcOrd="2" destOrd="0" parTransId="{ACF7A858-24DE-4B7D-8DF8-82C8D9843D24}" sibTransId="{A50887E4-DFFB-4F56-A2A4-EFE294E9DAF3}"/>
    <dgm:cxn modelId="{9BE9D25A-11BC-4968-ACE6-3796CD250159}" type="presOf" srcId="{E4125522-B2BB-4BE6-918B-22779CEA843B}" destId="{0D7E8577-F407-4B09-B2D4-F7B9F9FAFC32}" srcOrd="0" destOrd="0" presId="urn:microsoft.com/office/officeart/2008/layout/VerticalAccentList"/>
    <dgm:cxn modelId="{C8E5498B-2896-4646-9A11-51060A0474D2}" type="presOf" srcId="{999DC80A-F2F0-4476-9791-5AE71FA3A14B}" destId="{D8C4309D-B855-402E-A68E-E833C60E1AA1}" srcOrd="0" destOrd="0" presId="urn:microsoft.com/office/officeart/2008/layout/VerticalAccentList"/>
    <dgm:cxn modelId="{F0323799-A3C3-4E8E-83D5-A5DBF719E14C}" srcId="{D69183C4-7046-4AE7-9D0C-D156A9B3DD37}" destId="{160E79E7-C11E-4F96-96B4-FA72201D7C54}" srcOrd="1" destOrd="0" parTransId="{F773463A-5F3A-4097-8E35-8DAF442A9EAE}" sibTransId="{3770E618-9B1B-46A3-86A1-EF63C3ABB81A}"/>
    <dgm:cxn modelId="{AEFCAFB7-9F4E-4D75-AE6E-BA48F8B51330}" type="presOf" srcId="{C5DE6F92-2FFA-418C-BA8D-D9ED41FA833F}" destId="{5E7CA95A-71BA-4C6F-B795-896448E7078C}" srcOrd="0" destOrd="0" presId="urn:microsoft.com/office/officeart/2008/layout/VerticalAccentList"/>
    <dgm:cxn modelId="{8AE8C0D3-217F-4459-A15C-4D407C891654}" type="presOf" srcId="{29E52092-53D7-44DE-BFA3-0E3070FA2AFE}" destId="{53B02C3D-3B3A-433E-9563-9456B6DA89F0}" srcOrd="0" destOrd="0" presId="urn:microsoft.com/office/officeart/2008/layout/VerticalAccentList"/>
    <dgm:cxn modelId="{5EC472E7-185A-4A5D-B3E9-4FAD58839546}" type="presOf" srcId="{160E79E7-C11E-4F96-96B4-FA72201D7C54}" destId="{5E7CA95A-71BA-4C6F-B795-896448E7078C}" srcOrd="0" destOrd="1" presId="urn:microsoft.com/office/officeart/2008/layout/VerticalAccentList"/>
    <dgm:cxn modelId="{19E8FCE8-AA97-44AA-BCDD-AD9FAF250AF9}" srcId="{999DC80A-F2F0-4476-9791-5AE71FA3A14B}" destId="{E4125522-B2BB-4BE6-918B-22779CEA843B}" srcOrd="0" destOrd="0" parTransId="{7A780236-6416-45EF-978B-035B73DF4394}" sibTransId="{028DACD5-D664-442E-91C6-12A3D945A129}"/>
    <dgm:cxn modelId="{ECCD2479-9E87-4CE2-8167-42DADAEA421B}" type="presParOf" srcId="{7399F6C6-051C-45A5-8C42-DBCA3486F2FF}" destId="{7F81821D-E2D2-43C2-965B-23C5BDD1A4A1}" srcOrd="0" destOrd="0" presId="urn:microsoft.com/office/officeart/2008/layout/VerticalAccentList"/>
    <dgm:cxn modelId="{A0F0872F-FC3D-44ED-B82A-82B9E2A09E09}" type="presParOf" srcId="{7F81821D-E2D2-43C2-965B-23C5BDD1A4A1}" destId="{53B02C3D-3B3A-433E-9563-9456B6DA89F0}" srcOrd="0" destOrd="0" presId="urn:microsoft.com/office/officeart/2008/layout/VerticalAccentList"/>
    <dgm:cxn modelId="{1CB2693D-E71C-4D3D-8926-F13DBB7217BD}" type="presParOf" srcId="{7399F6C6-051C-45A5-8C42-DBCA3486F2FF}" destId="{6CAAAF5F-5284-4699-84E2-D2D084EC3D34}" srcOrd="1" destOrd="0" presId="urn:microsoft.com/office/officeart/2008/layout/VerticalAccentList"/>
    <dgm:cxn modelId="{F7476BEC-24E8-43C3-8C1B-286BC062B600}" type="presParOf" srcId="{6CAAAF5F-5284-4699-84E2-D2D084EC3D34}" destId="{7E9728DB-9C29-49A8-B754-5AA60D1A9D13}" srcOrd="0" destOrd="0" presId="urn:microsoft.com/office/officeart/2008/layout/VerticalAccentList"/>
    <dgm:cxn modelId="{E11374CD-4BFD-4605-BEF3-C4606D585E86}" type="presParOf" srcId="{6CAAAF5F-5284-4699-84E2-D2D084EC3D34}" destId="{6362C0A5-F12D-4F78-91DB-15606067BCA3}" srcOrd="1" destOrd="0" presId="urn:microsoft.com/office/officeart/2008/layout/VerticalAccentList"/>
    <dgm:cxn modelId="{C28AEC2C-9925-4F76-9ACF-BC42D63B676E}" type="presParOf" srcId="{6CAAAF5F-5284-4699-84E2-D2D084EC3D34}" destId="{A56CD853-9C14-428D-9B5A-02A53FE7159E}" srcOrd="2" destOrd="0" presId="urn:microsoft.com/office/officeart/2008/layout/VerticalAccentList"/>
    <dgm:cxn modelId="{456CFB0E-CD25-4390-8F1F-3E626C05C7EA}" type="presParOf" srcId="{6CAAAF5F-5284-4699-84E2-D2D084EC3D34}" destId="{9040B081-AA35-4DEC-B4AA-52E0C731DC76}" srcOrd="3" destOrd="0" presId="urn:microsoft.com/office/officeart/2008/layout/VerticalAccentList"/>
    <dgm:cxn modelId="{229C75D7-648D-4F39-A938-E25FF7F9E272}" type="presParOf" srcId="{6CAAAF5F-5284-4699-84E2-D2D084EC3D34}" destId="{1697A88C-F8B5-45D9-812D-C106E5BE4F40}" srcOrd="4" destOrd="0" presId="urn:microsoft.com/office/officeart/2008/layout/VerticalAccentList"/>
    <dgm:cxn modelId="{B972C14D-6240-4310-9CB0-850E01C3BC5D}" type="presParOf" srcId="{6CAAAF5F-5284-4699-84E2-D2D084EC3D34}" destId="{08A158BD-7DFA-49DE-9C38-7F6BF64E897B}" srcOrd="5" destOrd="0" presId="urn:microsoft.com/office/officeart/2008/layout/VerticalAccentList"/>
    <dgm:cxn modelId="{43F6E0AE-0D3D-4ED3-9572-B6825F26B761}" type="presParOf" srcId="{6CAAAF5F-5284-4699-84E2-D2D084EC3D34}" destId="{E291512B-591D-49ED-98E5-8B6454B6FD0A}" srcOrd="6" destOrd="0" presId="urn:microsoft.com/office/officeart/2008/layout/VerticalAccentList"/>
    <dgm:cxn modelId="{E6893856-4F34-4BE9-9333-9D0E8DB7E425}" type="presParOf" srcId="{6CAAAF5F-5284-4699-84E2-D2D084EC3D34}" destId="{409490F8-367C-46BB-AFA4-A13D7DC14AF1}" srcOrd="7" destOrd="0" presId="urn:microsoft.com/office/officeart/2008/layout/VerticalAccentList"/>
    <dgm:cxn modelId="{19FFA4B3-4D7B-4937-A9E1-B97505213BA7}" type="presParOf" srcId="{7399F6C6-051C-45A5-8C42-DBCA3486F2FF}" destId="{D03E87D4-F40C-4812-8436-59E897280B4C}" srcOrd="2" destOrd="0" presId="urn:microsoft.com/office/officeart/2008/layout/VerticalAccentList"/>
    <dgm:cxn modelId="{F4C53B8A-AAED-41EF-AD7F-395DFDB6DEDF}" type="presParOf" srcId="{7399F6C6-051C-45A5-8C42-DBCA3486F2FF}" destId="{E07DA205-FDC7-4E9D-B862-D4CB5C46226A}" srcOrd="3" destOrd="0" presId="urn:microsoft.com/office/officeart/2008/layout/VerticalAccentList"/>
    <dgm:cxn modelId="{68D5255A-3751-4B28-BF34-FE03EFE39F69}" type="presParOf" srcId="{E07DA205-FDC7-4E9D-B862-D4CB5C46226A}" destId="{4FBF6569-CE2A-4A72-B41D-FC36F399D73C}" srcOrd="0" destOrd="0" presId="urn:microsoft.com/office/officeart/2008/layout/VerticalAccentList"/>
    <dgm:cxn modelId="{C27481F2-7213-4ADC-9793-496E8F8C48C2}" type="presParOf" srcId="{7399F6C6-051C-45A5-8C42-DBCA3486F2FF}" destId="{B3CCE5F4-365F-40B2-8F2E-C07AEB6415DD}" srcOrd="4" destOrd="0" presId="urn:microsoft.com/office/officeart/2008/layout/VerticalAccentList"/>
    <dgm:cxn modelId="{25E02BBB-CBDD-4273-AF0F-F4933C5C3FFE}" type="presParOf" srcId="{B3CCE5F4-365F-40B2-8F2E-C07AEB6415DD}" destId="{7F38AF38-6B15-4178-A041-210D88A0983D}" srcOrd="0" destOrd="0" presId="urn:microsoft.com/office/officeart/2008/layout/VerticalAccentList"/>
    <dgm:cxn modelId="{2A0C0B8E-D1CB-4691-9A85-5687DC86AD0E}" type="presParOf" srcId="{B3CCE5F4-365F-40B2-8F2E-C07AEB6415DD}" destId="{67561E0B-B896-4EA0-B1B3-D45A175A47B4}" srcOrd="1" destOrd="0" presId="urn:microsoft.com/office/officeart/2008/layout/VerticalAccentList"/>
    <dgm:cxn modelId="{4B7DF7F4-E5AA-405B-9911-406B6E43E602}" type="presParOf" srcId="{B3CCE5F4-365F-40B2-8F2E-C07AEB6415DD}" destId="{8C4BF369-151F-4DBC-877A-C6AEA876B95A}" srcOrd="2" destOrd="0" presId="urn:microsoft.com/office/officeart/2008/layout/VerticalAccentList"/>
    <dgm:cxn modelId="{5AD6260D-9477-41D1-B6BF-ED66723C780D}" type="presParOf" srcId="{B3CCE5F4-365F-40B2-8F2E-C07AEB6415DD}" destId="{A9B827E0-2797-4B2F-B11D-47C8B2AD6BC0}" srcOrd="3" destOrd="0" presId="urn:microsoft.com/office/officeart/2008/layout/VerticalAccentList"/>
    <dgm:cxn modelId="{57357731-009A-45CE-B702-D323E72950AB}" type="presParOf" srcId="{B3CCE5F4-365F-40B2-8F2E-C07AEB6415DD}" destId="{70B43516-8855-487A-865D-D5B86B6D0D61}" srcOrd="4" destOrd="0" presId="urn:microsoft.com/office/officeart/2008/layout/VerticalAccentList"/>
    <dgm:cxn modelId="{9FA8F374-4898-46E5-B24D-0FD774D809D3}" type="presParOf" srcId="{B3CCE5F4-365F-40B2-8F2E-C07AEB6415DD}" destId="{868451F0-04F7-4A79-9016-C20CD5D3F64C}" srcOrd="5" destOrd="0" presId="urn:microsoft.com/office/officeart/2008/layout/VerticalAccentList"/>
    <dgm:cxn modelId="{0314E3B1-824E-4ECF-842D-65A3DF46E0AC}" type="presParOf" srcId="{B3CCE5F4-365F-40B2-8F2E-C07AEB6415DD}" destId="{DA4574E5-59C1-4499-8735-64871440FA6E}" srcOrd="6" destOrd="0" presId="urn:microsoft.com/office/officeart/2008/layout/VerticalAccentList"/>
    <dgm:cxn modelId="{135353A1-01FD-4E4F-849B-C2FA85566802}" type="presParOf" srcId="{B3CCE5F4-365F-40B2-8F2E-C07AEB6415DD}" destId="{5E7CA95A-71BA-4C6F-B795-896448E7078C}" srcOrd="7" destOrd="0" presId="urn:microsoft.com/office/officeart/2008/layout/VerticalAccentList"/>
    <dgm:cxn modelId="{DAAA6E97-C48F-4C61-819E-178AC62D7ABB}" type="presParOf" srcId="{7399F6C6-051C-45A5-8C42-DBCA3486F2FF}" destId="{CEE668B1-9464-4FF1-AFE0-DECEEED44F3F}" srcOrd="5" destOrd="0" presId="urn:microsoft.com/office/officeart/2008/layout/VerticalAccentList"/>
    <dgm:cxn modelId="{01FBDFEF-C651-4F65-8A31-679FEA4D7E3E}" type="presParOf" srcId="{7399F6C6-051C-45A5-8C42-DBCA3486F2FF}" destId="{F85D552B-341A-4FEA-A51D-18D5A84ABC39}" srcOrd="6" destOrd="0" presId="urn:microsoft.com/office/officeart/2008/layout/VerticalAccentList"/>
    <dgm:cxn modelId="{6F37A140-A89D-4602-88AB-886A70DE3753}" type="presParOf" srcId="{F85D552B-341A-4FEA-A51D-18D5A84ABC39}" destId="{D8C4309D-B855-402E-A68E-E833C60E1AA1}" srcOrd="0" destOrd="0" presId="urn:microsoft.com/office/officeart/2008/layout/VerticalAccentList"/>
    <dgm:cxn modelId="{154EC2ED-CFFD-474E-BF96-8CB26659D3B1}" type="presParOf" srcId="{7399F6C6-051C-45A5-8C42-DBCA3486F2FF}" destId="{B21F57D2-D4C2-40CA-B921-6EF15E316830}" srcOrd="7" destOrd="0" presId="urn:microsoft.com/office/officeart/2008/layout/VerticalAccentList"/>
    <dgm:cxn modelId="{5B73D840-BB97-4E5B-923A-1A58566D4EAA}" type="presParOf" srcId="{B21F57D2-D4C2-40CA-B921-6EF15E316830}" destId="{BCD3D4BE-89A4-4609-AD64-3A720B70F497}" srcOrd="0" destOrd="0" presId="urn:microsoft.com/office/officeart/2008/layout/VerticalAccentList"/>
    <dgm:cxn modelId="{79DE7246-FD32-4FA0-8855-FD5B87349603}" type="presParOf" srcId="{B21F57D2-D4C2-40CA-B921-6EF15E316830}" destId="{29DED633-E5BD-48AC-8F01-D2AB420E9FF9}" srcOrd="1" destOrd="0" presId="urn:microsoft.com/office/officeart/2008/layout/VerticalAccentList"/>
    <dgm:cxn modelId="{7D8D51F3-B1DB-4FB1-9FCD-18E90BFF66B4}" type="presParOf" srcId="{B21F57D2-D4C2-40CA-B921-6EF15E316830}" destId="{A78A0890-0652-4ACF-8716-99A18930F61F}" srcOrd="2" destOrd="0" presId="urn:microsoft.com/office/officeart/2008/layout/VerticalAccentList"/>
    <dgm:cxn modelId="{A821B4CD-E1B6-4DA9-9A47-BE63146C5C43}" type="presParOf" srcId="{B21F57D2-D4C2-40CA-B921-6EF15E316830}" destId="{901DD0AE-41C0-40DF-A7D0-9C4F97CCBAAB}" srcOrd="3" destOrd="0" presId="urn:microsoft.com/office/officeart/2008/layout/VerticalAccentList"/>
    <dgm:cxn modelId="{07150434-DC21-4EB8-A718-C47D5D6A462B}" type="presParOf" srcId="{B21F57D2-D4C2-40CA-B921-6EF15E316830}" destId="{B10AAFB4-9EAE-48EE-B181-007CEB400B27}" srcOrd="4" destOrd="0" presId="urn:microsoft.com/office/officeart/2008/layout/VerticalAccentList"/>
    <dgm:cxn modelId="{235A879B-0362-46E0-91E6-4E3ED8793540}" type="presParOf" srcId="{B21F57D2-D4C2-40CA-B921-6EF15E316830}" destId="{51DB209B-F965-4993-B3AC-637A6FF9267B}" srcOrd="5" destOrd="0" presId="urn:microsoft.com/office/officeart/2008/layout/VerticalAccentList"/>
    <dgm:cxn modelId="{178F69EE-91FE-4FF0-BB7E-D6CB21DEBD22}" type="presParOf" srcId="{B21F57D2-D4C2-40CA-B921-6EF15E316830}" destId="{B0EC5546-9E5A-42A3-A29D-682E6C67C405}" srcOrd="6" destOrd="0" presId="urn:microsoft.com/office/officeart/2008/layout/VerticalAccentList"/>
    <dgm:cxn modelId="{0E2F406B-0530-439C-9B80-305307EB8342}" type="presParOf" srcId="{B21F57D2-D4C2-40CA-B921-6EF15E316830}" destId="{0D7E8577-F407-4B09-B2D4-F7B9F9FAFC32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FA2BC0D-BC74-445A-BC55-7B97020B2B75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DAB13BE-A0EB-4A3A-8277-020567083AE0}">
      <dgm:prSet phldrT="[Text]"/>
      <dgm:spPr/>
      <dgm:t>
        <a:bodyPr/>
        <a:lstStyle/>
        <a:p>
          <a:pPr>
            <a:buNone/>
          </a:pPr>
          <a:r>
            <a:rPr lang="en-US" dirty="0"/>
            <a:t>Technology category drives highest sales </a:t>
          </a:r>
          <a:endParaRPr lang="en-IN" dirty="0"/>
        </a:p>
      </dgm:t>
    </dgm:pt>
    <dgm:pt modelId="{79866AC9-197C-4EA6-99D7-964D35CEC3A7}" type="parTrans" cxnId="{2E0FC272-0807-4BFE-ABA3-B031F3D30138}">
      <dgm:prSet/>
      <dgm:spPr/>
      <dgm:t>
        <a:bodyPr/>
        <a:lstStyle/>
        <a:p>
          <a:endParaRPr lang="en-IN"/>
        </a:p>
      </dgm:t>
    </dgm:pt>
    <dgm:pt modelId="{4A1AB935-8FC6-40FF-8765-FA4D9240CE37}" type="sibTrans" cxnId="{2E0FC272-0807-4BFE-ABA3-B031F3D30138}">
      <dgm:prSet/>
      <dgm:spPr/>
      <dgm:t>
        <a:bodyPr/>
        <a:lstStyle/>
        <a:p>
          <a:endParaRPr lang="en-IN"/>
        </a:p>
      </dgm:t>
    </dgm:pt>
    <dgm:pt modelId="{8B5EE4F5-9492-48DE-B6F8-CECD179A89F9}">
      <dgm:prSet phldrT="[Text]"/>
      <dgm:spPr/>
      <dgm:t>
        <a:bodyPr/>
        <a:lstStyle/>
        <a:p>
          <a:pPr>
            <a:buNone/>
          </a:pPr>
          <a:r>
            <a:rPr lang="en-US" dirty="0"/>
            <a:t>Few products generate most revenue </a:t>
          </a:r>
          <a:endParaRPr lang="en-IN" dirty="0"/>
        </a:p>
      </dgm:t>
    </dgm:pt>
    <dgm:pt modelId="{2FBC9F6A-9125-47D1-B1BB-A98C68CD8572}" type="parTrans" cxnId="{2A9D6347-D5A5-4B4A-8A05-FF5C02878227}">
      <dgm:prSet/>
      <dgm:spPr/>
      <dgm:t>
        <a:bodyPr/>
        <a:lstStyle/>
        <a:p>
          <a:endParaRPr lang="en-IN"/>
        </a:p>
      </dgm:t>
    </dgm:pt>
    <dgm:pt modelId="{46A4D374-50A6-4838-B5FE-A0CC8ADF1389}" type="sibTrans" cxnId="{2A9D6347-D5A5-4B4A-8A05-FF5C02878227}">
      <dgm:prSet/>
      <dgm:spPr/>
      <dgm:t>
        <a:bodyPr/>
        <a:lstStyle/>
        <a:p>
          <a:endParaRPr lang="en-IN"/>
        </a:p>
      </dgm:t>
    </dgm:pt>
    <dgm:pt modelId="{2A8FC24E-BFC2-4DD8-A5F8-8702EB0AD02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Most sales are concentrated in consumer segment</a:t>
          </a:r>
          <a:endParaRPr lang="en-IN" dirty="0"/>
        </a:p>
      </dgm:t>
    </dgm:pt>
    <dgm:pt modelId="{E85A1663-BD9F-4480-AFD4-9BF404E17B79}" type="parTrans" cxnId="{8B9F17BF-63DD-4C3E-9E94-F92661F51815}">
      <dgm:prSet/>
      <dgm:spPr/>
      <dgm:t>
        <a:bodyPr/>
        <a:lstStyle/>
        <a:p>
          <a:endParaRPr lang="en-IN"/>
        </a:p>
      </dgm:t>
    </dgm:pt>
    <dgm:pt modelId="{680DD208-ADAA-4D13-819C-065E9B95CFEE}" type="sibTrans" cxnId="{8B9F17BF-63DD-4C3E-9E94-F92661F51815}">
      <dgm:prSet/>
      <dgm:spPr/>
      <dgm:t>
        <a:bodyPr/>
        <a:lstStyle/>
        <a:p>
          <a:endParaRPr lang="en-IN"/>
        </a:p>
      </dgm:t>
    </dgm:pt>
    <dgm:pt modelId="{508B12B8-910A-4CA8-A36F-027692BBBEAD}" type="pres">
      <dgm:prSet presAssocID="{FFA2BC0D-BC74-445A-BC55-7B97020B2B75}" presName="Name0" presStyleCnt="0">
        <dgm:presLayoutVars>
          <dgm:chMax val="7"/>
          <dgm:chPref val="7"/>
          <dgm:dir/>
        </dgm:presLayoutVars>
      </dgm:prSet>
      <dgm:spPr/>
    </dgm:pt>
    <dgm:pt modelId="{E67B912F-B134-4778-AE53-59F613139334}" type="pres">
      <dgm:prSet presAssocID="{FFA2BC0D-BC74-445A-BC55-7B97020B2B75}" presName="Name1" presStyleCnt="0"/>
      <dgm:spPr/>
    </dgm:pt>
    <dgm:pt modelId="{817990E5-1897-4C8F-B74A-D0D5283D3C21}" type="pres">
      <dgm:prSet presAssocID="{FFA2BC0D-BC74-445A-BC55-7B97020B2B75}" presName="cycle" presStyleCnt="0"/>
      <dgm:spPr/>
    </dgm:pt>
    <dgm:pt modelId="{A21C2F99-3FA9-4B01-80C6-B889BC8D8452}" type="pres">
      <dgm:prSet presAssocID="{FFA2BC0D-BC74-445A-BC55-7B97020B2B75}" presName="srcNode" presStyleLbl="node1" presStyleIdx="0" presStyleCnt="3"/>
      <dgm:spPr/>
    </dgm:pt>
    <dgm:pt modelId="{BDAB21FB-C286-44A8-AE48-BA646E9FF827}" type="pres">
      <dgm:prSet presAssocID="{FFA2BC0D-BC74-445A-BC55-7B97020B2B75}" presName="conn" presStyleLbl="parChTrans1D2" presStyleIdx="0" presStyleCnt="1"/>
      <dgm:spPr/>
    </dgm:pt>
    <dgm:pt modelId="{06F8C5A4-1E7D-47EB-B278-E9F6B2FC6F7B}" type="pres">
      <dgm:prSet presAssocID="{FFA2BC0D-BC74-445A-BC55-7B97020B2B75}" presName="extraNode" presStyleLbl="node1" presStyleIdx="0" presStyleCnt="3"/>
      <dgm:spPr/>
    </dgm:pt>
    <dgm:pt modelId="{B978AB48-5FD2-40C2-BA81-5D059CE5C388}" type="pres">
      <dgm:prSet presAssocID="{FFA2BC0D-BC74-445A-BC55-7B97020B2B75}" presName="dstNode" presStyleLbl="node1" presStyleIdx="0" presStyleCnt="3"/>
      <dgm:spPr/>
    </dgm:pt>
    <dgm:pt modelId="{4C555FCC-08A2-4FA1-8BD5-876711C22DB4}" type="pres">
      <dgm:prSet presAssocID="{8DAB13BE-A0EB-4A3A-8277-020567083AE0}" presName="text_1" presStyleLbl="node1" presStyleIdx="0" presStyleCnt="3">
        <dgm:presLayoutVars>
          <dgm:bulletEnabled val="1"/>
        </dgm:presLayoutVars>
      </dgm:prSet>
      <dgm:spPr/>
    </dgm:pt>
    <dgm:pt modelId="{31470E39-E32D-4573-A347-0FEE724462D8}" type="pres">
      <dgm:prSet presAssocID="{8DAB13BE-A0EB-4A3A-8277-020567083AE0}" presName="accent_1" presStyleCnt="0"/>
      <dgm:spPr/>
    </dgm:pt>
    <dgm:pt modelId="{CAFCCD57-610D-4446-B982-3F52D82CBA6E}" type="pres">
      <dgm:prSet presAssocID="{8DAB13BE-A0EB-4A3A-8277-020567083AE0}" presName="accentRepeatNode" presStyleLbl="solidFgAcc1" presStyleIdx="0" presStyleCnt="3"/>
      <dgm:spPr/>
    </dgm:pt>
    <dgm:pt modelId="{F2C30B69-FA6D-49A6-853E-937D1E06DB62}" type="pres">
      <dgm:prSet presAssocID="{8B5EE4F5-9492-48DE-B6F8-CECD179A89F9}" presName="text_2" presStyleLbl="node1" presStyleIdx="1" presStyleCnt="3">
        <dgm:presLayoutVars>
          <dgm:bulletEnabled val="1"/>
        </dgm:presLayoutVars>
      </dgm:prSet>
      <dgm:spPr/>
    </dgm:pt>
    <dgm:pt modelId="{B9F08B1B-48F4-43EF-9CC0-CECBD74AE44D}" type="pres">
      <dgm:prSet presAssocID="{8B5EE4F5-9492-48DE-B6F8-CECD179A89F9}" presName="accent_2" presStyleCnt="0"/>
      <dgm:spPr/>
    </dgm:pt>
    <dgm:pt modelId="{AAE25067-21E1-42AA-8D05-65BD8902BEB9}" type="pres">
      <dgm:prSet presAssocID="{8B5EE4F5-9492-48DE-B6F8-CECD179A89F9}" presName="accentRepeatNode" presStyleLbl="solidFgAcc1" presStyleIdx="1" presStyleCnt="3"/>
      <dgm:spPr/>
    </dgm:pt>
    <dgm:pt modelId="{502D7B43-7B43-4A36-B03B-73E2B0E42220}" type="pres">
      <dgm:prSet presAssocID="{2A8FC24E-BFC2-4DD8-A5F8-8702EB0AD02F}" presName="text_3" presStyleLbl="node1" presStyleIdx="2" presStyleCnt="3">
        <dgm:presLayoutVars>
          <dgm:bulletEnabled val="1"/>
        </dgm:presLayoutVars>
      </dgm:prSet>
      <dgm:spPr/>
    </dgm:pt>
    <dgm:pt modelId="{1A1A5650-BB62-40AC-BA81-A45B576CCC08}" type="pres">
      <dgm:prSet presAssocID="{2A8FC24E-BFC2-4DD8-A5F8-8702EB0AD02F}" presName="accent_3" presStyleCnt="0"/>
      <dgm:spPr/>
    </dgm:pt>
    <dgm:pt modelId="{EBFC9F4E-9866-4B6F-BC5E-5322F345D716}" type="pres">
      <dgm:prSet presAssocID="{2A8FC24E-BFC2-4DD8-A5F8-8702EB0AD02F}" presName="accentRepeatNode" presStyleLbl="solidFgAcc1" presStyleIdx="2" presStyleCnt="3"/>
      <dgm:spPr/>
    </dgm:pt>
  </dgm:ptLst>
  <dgm:cxnLst>
    <dgm:cxn modelId="{A2DD412B-DE29-4ABA-923A-33E817F94A67}" type="presOf" srcId="{8DAB13BE-A0EB-4A3A-8277-020567083AE0}" destId="{4C555FCC-08A2-4FA1-8BD5-876711C22DB4}" srcOrd="0" destOrd="0" presId="urn:microsoft.com/office/officeart/2008/layout/VerticalCurvedList"/>
    <dgm:cxn modelId="{5CC5872B-304D-4D3A-B786-501A226CDEC9}" type="presOf" srcId="{FFA2BC0D-BC74-445A-BC55-7B97020B2B75}" destId="{508B12B8-910A-4CA8-A36F-027692BBBEAD}" srcOrd="0" destOrd="0" presId="urn:microsoft.com/office/officeart/2008/layout/VerticalCurvedList"/>
    <dgm:cxn modelId="{7341432F-2AA9-4427-9580-12CAF7CD7BA6}" type="presOf" srcId="{8B5EE4F5-9492-48DE-B6F8-CECD179A89F9}" destId="{F2C30B69-FA6D-49A6-853E-937D1E06DB62}" srcOrd="0" destOrd="0" presId="urn:microsoft.com/office/officeart/2008/layout/VerticalCurvedList"/>
    <dgm:cxn modelId="{4B0CB460-3F75-466E-9AD4-E1A28F63283D}" type="presOf" srcId="{4A1AB935-8FC6-40FF-8765-FA4D9240CE37}" destId="{BDAB21FB-C286-44A8-AE48-BA646E9FF827}" srcOrd="0" destOrd="0" presId="urn:microsoft.com/office/officeart/2008/layout/VerticalCurvedList"/>
    <dgm:cxn modelId="{2A9D6347-D5A5-4B4A-8A05-FF5C02878227}" srcId="{FFA2BC0D-BC74-445A-BC55-7B97020B2B75}" destId="{8B5EE4F5-9492-48DE-B6F8-CECD179A89F9}" srcOrd="1" destOrd="0" parTransId="{2FBC9F6A-9125-47D1-B1BB-A98C68CD8572}" sibTransId="{46A4D374-50A6-4838-B5FE-A0CC8ADF1389}"/>
    <dgm:cxn modelId="{2E0FC272-0807-4BFE-ABA3-B031F3D30138}" srcId="{FFA2BC0D-BC74-445A-BC55-7B97020B2B75}" destId="{8DAB13BE-A0EB-4A3A-8277-020567083AE0}" srcOrd="0" destOrd="0" parTransId="{79866AC9-197C-4EA6-99D7-964D35CEC3A7}" sibTransId="{4A1AB935-8FC6-40FF-8765-FA4D9240CE37}"/>
    <dgm:cxn modelId="{3626EFA0-1993-4E31-9581-3B7D998CBAB1}" type="presOf" srcId="{2A8FC24E-BFC2-4DD8-A5F8-8702EB0AD02F}" destId="{502D7B43-7B43-4A36-B03B-73E2B0E42220}" srcOrd="0" destOrd="0" presId="urn:microsoft.com/office/officeart/2008/layout/VerticalCurvedList"/>
    <dgm:cxn modelId="{8B9F17BF-63DD-4C3E-9E94-F92661F51815}" srcId="{FFA2BC0D-BC74-445A-BC55-7B97020B2B75}" destId="{2A8FC24E-BFC2-4DD8-A5F8-8702EB0AD02F}" srcOrd="2" destOrd="0" parTransId="{E85A1663-BD9F-4480-AFD4-9BF404E17B79}" sibTransId="{680DD208-ADAA-4D13-819C-065E9B95CFEE}"/>
    <dgm:cxn modelId="{2B7F8991-1BBC-4B2D-980B-A8A45BD5862E}" type="presParOf" srcId="{508B12B8-910A-4CA8-A36F-027692BBBEAD}" destId="{E67B912F-B134-4778-AE53-59F613139334}" srcOrd="0" destOrd="0" presId="urn:microsoft.com/office/officeart/2008/layout/VerticalCurvedList"/>
    <dgm:cxn modelId="{535D0DF1-194B-4235-B8F1-8D9379B29D49}" type="presParOf" srcId="{E67B912F-B134-4778-AE53-59F613139334}" destId="{817990E5-1897-4C8F-B74A-D0D5283D3C21}" srcOrd="0" destOrd="0" presId="urn:microsoft.com/office/officeart/2008/layout/VerticalCurvedList"/>
    <dgm:cxn modelId="{5E5453E1-0CD5-4281-A662-EF19FD94A398}" type="presParOf" srcId="{817990E5-1897-4C8F-B74A-D0D5283D3C21}" destId="{A21C2F99-3FA9-4B01-80C6-B889BC8D8452}" srcOrd="0" destOrd="0" presId="urn:microsoft.com/office/officeart/2008/layout/VerticalCurvedList"/>
    <dgm:cxn modelId="{D15260BD-A68D-4587-B408-F21C2B08B915}" type="presParOf" srcId="{817990E5-1897-4C8F-B74A-D0D5283D3C21}" destId="{BDAB21FB-C286-44A8-AE48-BA646E9FF827}" srcOrd="1" destOrd="0" presId="urn:microsoft.com/office/officeart/2008/layout/VerticalCurvedList"/>
    <dgm:cxn modelId="{FFF08DA6-0299-46B2-94AC-E87614422DCD}" type="presParOf" srcId="{817990E5-1897-4C8F-B74A-D0D5283D3C21}" destId="{06F8C5A4-1E7D-47EB-B278-E9F6B2FC6F7B}" srcOrd="2" destOrd="0" presId="urn:microsoft.com/office/officeart/2008/layout/VerticalCurvedList"/>
    <dgm:cxn modelId="{04B883D8-3FF0-4730-8892-F823ABCE0EE8}" type="presParOf" srcId="{817990E5-1897-4C8F-B74A-D0D5283D3C21}" destId="{B978AB48-5FD2-40C2-BA81-5D059CE5C388}" srcOrd="3" destOrd="0" presId="urn:microsoft.com/office/officeart/2008/layout/VerticalCurvedList"/>
    <dgm:cxn modelId="{06843787-E14E-4418-848D-9407CD59D111}" type="presParOf" srcId="{E67B912F-B134-4778-AE53-59F613139334}" destId="{4C555FCC-08A2-4FA1-8BD5-876711C22DB4}" srcOrd="1" destOrd="0" presId="urn:microsoft.com/office/officeart/2008/layout/VerticalCurvedList"/>
    <dgm:cxn modelId="{359B58AB-DD43-4BC6-8024-BCB0DF7C68A4}" type="presParOf" srcId="{E67B912F-B134-4778-AE53-59F613139334}" destId="{31470E39-E32D-4573-A347-0FEE724462D8}" srcOrd="2" destOrd="0" presId="urn:microsoft.com/office/officeart/2008/layout/VerticalCurvedList"/>
    <dgm:cxn modelId="{62A6FB66-468A-45E1-B50E-7170A91087DE}" type="presParOf" srcId="{31470E39-E32D-4573-A347-0FEE724462D8}" destId="{CAFCCD57-610D-4446-B982-3F52D82CBA6E}" srcOrd="0" destOrd="0" presId="urn:microsoft.com/office/officeart/2008/layout/VerticalCurvedList"/>
    <dgm:cxn modelId="{0C8F0012-0BE2-4AC4-87BB-2D457DA9888C}" type="presParOf" srcId="{E67B912F-B134-4778-AE53-59F613139334}" destId="{F2C30B69-FA6D-49A6-853E-937D1E06DB62}" srcOrd="3" destOrd="0" presId="urn:microsoft.com/office/officeart/2008/layout/VerticalCurvedList"/>
    <dgm:cxn modelId="{5948E46F-912E-4BBE-A95D-4B0AB52EACD5}" type="presParOf" srcId="{E67B912F-B134-4778-AE53-59F613139334}" destId="{B9F08B1B-48F4-43EF-9CC0-CECBD74AE44D}" srcOrd="4" destOrd="0" presId="urn:microsoft.com/office/officeart/2008/layout/VerticalCurvedList"/>
    <dgm:cxn modelId="{812BE82C-DDF8-4326-A03C-7812FF727865}" type="presParOf" srcId="{B9F08B1B-48F4-43EF-9CC0-CECBD74AE44D}" destId="{AAE25067-21E1-42AA-8D05-65BD8902BEB9}" srcOrd="0" destOrd="0" presId="urn:microsoft.com/office/officeart/2008/layout/VerticalCurvedList"/>
    <dgm:cxn modelId="{D30CFE40-F0A3-407B-8558-DC65EB317290}" type="presParOf" srcId="{E67B912F-B134-4778-AE53-59F613139334}" destId="{502D7B43-7B43-4A36-B03B-73E2B0E42220}" srcOrd="5" destOrd="0" presId="urn:microsoft.com/office/officeart/2008/layout/VerticalCurvedList"/>
    <dgm:cxn modelId="{7788AA8F-A11C-4580-8031-CA6E451495AE}" type="presParOf" srcId="{E67B912F-B134-4778-AE53-59F613139334}" destId="{1A1A5650-BB62-40AC-BA81-A45B576CCC08}" srcOrd="6" destOrd="0" presId="urn:microsoft.com/office/officeart/2008/layout/VerticalCurvedList"/>
    <dgm:cxn modelId="{3D755597-8474-49CE-97CE-C1623A19BFB0}" type="presParOf" srcId="{1A1A5650-BB62-40AC-BA81-A45B576CCC08}" destId="{EBFC9F4E-9866-4B6F-BC5E-5322F345D71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33DC2FF-6DA4-43C6-8C53-711F975CCCA2}" type="doc">
      <dgm:prSet loTypeId="urn:microsoft.com/office/officeart/2005/8/layout/vList3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6BB5C4B-124D-44FF-B8D3-E70B0C3C885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Profit varies across categories </a:t>
          </a:r>
        </a:p>
      </dgm:t>
    </dgm:pt>
    <dgm:pt modelId="{5839E37E-3409-4E99-BE0F-055BE543AC9F}" type="parTrans" cxnId="{0C104CF1-CF9B-4B6A-AC4C-564D10B8F763}">
      <dgm:prSet/>
      <dgm:spPr/>
      <dgm:t>
        <a:bodyPr/>
        <a:lstStyle/>
        <a:p>
          <a:endParaRPr lang="en-IN"/>
        </a:p>
      </dgm:t>
    </dgm:pt>
    <dgm:pt modelId="{72975123-4A15-459B-BF05-922FD1ED0D67}" type="sibTrans" cxnId="{0C104CF1-CF9B-4B6A-AC4C-564D10B8F763}">
      <dgm:prSet/>
      <dgm:spPr/>
      <dgm:t>
        <a:bodyPr/>
        <a:lstStyle/>
        <a:p>
          <a:endParaRPr lang="en-IN"/>
        </a:p>
      </dgm:t>
    </dgm:pt>
    <dgm:pt modelId="{E461B49E-7871-4371-8243-866C948D9F84}">
      <dgm:prSet phldrT="[Text]"/>
      <dgm:spPr/>
      <dgm:t>
        <a:bodyPr/>
        <a:lstStyle/>
        <a:p>
          <a:pPr>
            <a:buNone/>
          </a:pPr>
          <a:r>
            <a:rPr lang="en-IN" dirty="0"/>
            <a:t>Some products generate good profit </a:t>
          </a:r>
        </a:p>
      </dgm:t>
    </dgm:pt>
    <dgm:pt modelId="{DAAD0579-6AE1-4D9B-8ED4-CD6B455B4C02}" type="parTrans" cxnId="{A747992A-E8F8-46CC-BCF9-6227FEB5A790}">
      <dgm:prSet/>
      <dgm:spPr/>
      <dgm:t>
        <a:bodyPr/>
        <a:lstStyle/>
        <a:p>
          <a:endParaRPr lang="en-IN"/>
        </a:p>
      </dgm:t>
    </dgm:pt>
    <dgm:pt modelId="{9EBF1488-3413-49FD-A085-DB91529219D4}" type="sibTrans" cxnId="{A747992A-E8F8-46CC-BCF9-6227FEB5A790}">
      <dgm:prSet/>
      <dgm:spPr/>
      <dgm:t>
        <a:bodyPr/>
        <a:lstStyle/>
        <a:p>
          <a:endParaRPr lang="en-IN"/>
        </a:p>
      </dgm:t>
    </dgm:pt>
    <dgm:pt modelId="{6885836D-2BDD-42A4-97F3-6584086CD92B}">
      <dgm:prSet phldrT="[Text]"/>
      <dgm:spPr/>
      <dgm:t>
        <a:bodyPr/>
        <a:lstStyle/>
        <a:p>
          <a:pPr>
            <a:buNone/>
          </a:pPr>
          <a:r>
            <a:rPr lang="en-IN" dirty="0"/>
            <a:t>High discounts reduce profitability </a:t>
          </a:r>
        </a:p>
      </dgm:t>
    </dgm:pt>
    <dgm:pt modelId="{139CC331-D90B-4765-ACE4-AFBC8B041C17}" type="parTrans" cxnId="{854246E1-2430-4A34-8EF6-F10EB84D9416}">
      <dgm:prSet/>
      <dgm:spPr/>
      <dgm:t>
        <a:bodyPr/>
        <a:lstStyle/>
        <a:p>
          <a:endParaRPr lang="en-IN"/>
        </a:p>
      </dgm:t>
    </dgm:pt>
    <dgm:pt modelId="{4AB24296-0055-42DD-9E3F-3E0C5C1945A9}" type="sibTrans" cxnId="{854246E1-2430-4A34-8EF6-F10EB84D9416}">
      <dgm:prSet/>
      <dgm:spPr/>
      <dgm:t>
        <a:bodyPr/>
        <a:lstStyle/>
        <a:p>
          <a:endParaRPr lang="en-IN"/>
        </a:p>
      </dgm:t>
    </dgm:pt>
    <dgm:pt modelId="{97094740-8222-4A14-9DDB-AF31B66CC15D}" type="pres">
      <dgm:prSet presAssocID="{533DC2FF-6DA4-43C6-8C53-711F975CCCA2}" presName="linearFlow" presStyleCnt="0">
        <dgm:presLayoutVars>
          <dgm:dir/>
          <dgm:resizeHandles val="exact"/>
        </dgm:presLayoutVars>
      </dgm:prSet>
      <dgm:spPr/>
    </dgm:pt>
    <dgm:pt modelId="{9EF3953D-9E27-4260-8038-6204AF121A3F}" type="pres">
      <dgm:prSet presAssocID="{26BB5C4B-124D-44FF-B8D3-E70B0C3C8851}" presName="composite" presStyleCnt="0"/>
      <dgm:spPr/>
    </dgm:pt>
    <dgm:pt modelId="{095447BD-9537-458A-9167-27E2D28A3C6F}" type="pres">
      <dgm:prSet presAssocID="{26BB5C4B-124D-44FF-B8D3-E70B0C3C8851}" presName="imgShp" presStyleLbl="fgImgPlac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 with solid fill"/>
        </a:ext>
      </dgm:extLst>
    </dgm:pt>
    <dgm:pt modelId="{4BF75EB9-8C43-4FB4-8F65-6E6CF85BBFCC}" type="pres">
      <dgm:prSet presAssocID="{26BB5C4B-124D-44FF-B8D3-E70B0C3C8851}" presName="txShp" presStyleLbl="node1" presStyleIdx="0" presStyleCnt="3">
        <dgm:presLayoutVars>
          <dgm:bulletEnabled val="1"/>
        </dgm:presLayoutVars>
      </dgm:prSet>
      <dgm:spPr/>
    </dgm:pt>
    <dgm:pt modelId="{FB1D7B97-AAB2-46B6-887F-9AC7BC4D9CB2}" type="pres">
      <dgm:prSet presAssocID="{72975123-4A15-459B-BF05-922FD1ED0D67}" presName="spacing" presStyleCnt="0"/>
      <dgm:spPr/>
    </dgm:pt>
    <dgm:pt modelId="{BEF716AB-44FF-45DD-80FE-28845BF31592}" type="pres">
      <dgm:prSet presAssocID="{E461B49E-7871-4371-8243-866C948D9F84}" presName="composite" presStyleCnt="0"/>
      <dgm:spPr/>
    </dgm:pt>
    <dgm:pt modelId="{E8A1D3B2-0977-42FA-87B9-C63ACD40E1FD}" type="pres">
      <dgm:prSet presAssocID="{E461B49E-7871-4371-8243-866C948D9F84}" presName="imgShp" presStyleLbl="fgImgPlac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 with solid fill"/>
        </a:ext>
      </dgm:extLst>
    </dgm:pt>
    <dgm:pt modelId="{094DA9B4-D3DD-4CAB-BC30-5A6B0C6092F2}" type="pres">
      <dgm:prSet presAssocID="{E461B49E-7871-4371-8243-866C948D9F84}" presName="txShp" presStyleLbl="node1" presStyleIdx="1" presStyleCnt="3">
        <dgm:presLayoutVars>
          <dgm:bulletEnabled val="1"/>
        </dgm:presLayoutVars>
      </dgm:prSet>
      <dgm:spPr/>
    </dgm:pt>
    <dgm:pt modelId="{9C51EA90-4E3C-4836-8D4E-A53FB3468C40}" type="pres">
      <dgm:prSet presAssocID="{9EBF1488-3413-49FD-A085-DB91529219D4}" presName="spacing" presStyleCnt="0"/>
      <dgm:spPr/>
    </dgm:pt>
    <dgm:pt modelId="{2C06730C-8700-46A2-98DD-198AFFDAF487}" type="pres">
      <dgm:prSet presAssocID="{6885836D-2BDD-42A4-97F3-6584086CD92B}" presName="composite" presStyleCnt="0"/>
      <dgm:spPr/>
    </dgm:pt>
    <dgm:pt modelId="{9A473BCD-5771-422D-920D-A4C25FB84BDA}" type="pres">
      <dgm:prSet presAssocID="{6885836D-2BDD-42A4-97F3-6584086CD92B}" presName="imgShp" presStyleLbl="fgImgPlac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downward trend with solid fill"/>
        </a:ext>
      </dgm:extLst>
    </dgm:pt>
    <dgm:pt modelId="{F31BCE38-A9AC-489E-A677-F9196773D9DC}" type="pres">
      <dgm:prSet presAssocID="{6885836D-2BDD-42A4-97F3-6584086CD92B}" presName="txShp" presStyleLbl="node1" presStyleIdx="2" presStyleCnt="3">
        <dgm:presLayoutVars>
          <dgm:bulletEnabled val="1"/>
        </dgm:presLayoutVars>
      </dgm:prSet>
      <dgm:spPr/>
    </dgm:pt>
  </dgm:ptLst>
  <dgm:cxnLst>
    <dgm:cxn modelId="{D681F517-3EC6-405B-92D1-9953C98791A1}" type="presOf" srcId="{6885836D-2BDD-42A4-97F3-6584086CD92B}" destId="{F31BCE38-A9AC-489E-A677-F9196773D9DC}" srcOrd="0" destOrd="0" presId="urn:microsoft.com/office/officeart/2005/8/layout/vList3"/>
    <dgm:cxn modelId="{A747992A-E8F8-46CC-BCF9-6227FEB5A790}" srcId="{533DC2FF-6DA4-43C6-8C53-711F975CCCA2}" destId="{E461B49E-7871-4371-8243-866C948D9F84}" srcOrd="1" destOrd="0" parTransId="{DAAD0579-6AE1-4D9B-8ED4-CD6B455B4C02}" sibTransId="{9EBF1488-3413-49FD-A085-DB91529219D4}"/>
    <dgm:cxn modelId="{D0F59048-BDBA-49B9-B44C-CA94745DA0AC}" type="presOf" srcId="{533DC2FF-6DA4-43C6-8C53-711F975CCCA2}" destId="{97094740-8222-4A14-9DDB-AF31B66CC15D}" srcOrd="0" destOrd="0" presId="urn:microsoft.com/office/officeart/2005/8/layout/vList3"/>
    <dgm:cxn modelId="{035AE050-6C30-4537-9BB4-51931CA2427D}" type="presOf" srcId="{E461B49E-7871-4371-8243-866C948D9F84}" destId="{094DA9B4-D3DD-4CAB-BC30-5A6B0C6092F2}" srcOrd="0" destOrd="0" presId="urn:microsoft.com/office/officeart/2005/8/layout/vList3"/>
    <dgm:cxn modelId="{854246E1-2430-4A34-8EF6-F10EB84D9416}" srcId="{533DC2FF-6DA4-43C6-8C53-711F975CCCA2}" destId="{6885836D-2BDD-42A4-97F3-6584086CD92B}" srcOrd="2" destOrd="0" parTransId="{139CC331-D90B-4765-ACE4-AFBC8B041C17}" sibTransId="{4AB24296-0055-42DD-9E3F-3E0C5C1945A9}"/>
    <dgm:cxn modelId="{599292EB-12DE-4F1D-85CF-728F3946DE82}" type="presOf" srcId="{26BB5C4B-124D-44FF-B8D3-E70B0C3C8851}" destId="{4BF75EB9-8C43-4FB4-8F65-6E6CF85BBFCC}" srcOrd="0" destOrd="0" presId="urn:microsoft.com/office/officeart/2005/8/layout/vList3"/>
    <dgm:cxn modelId="{0C104CF1-CF9B-4B6A-AC4C-564D10B8F763}" srcId="{533DC2FF-6DA4-43C6-8C53-711F975CCCA2}" destId="{26BB5C4B-124D-44FF-B8D3-E70B0C3C8851}" srcOrd="0" destOrd="0" parTransId="{5839E37E-3409-4E99-BE0F-055BE543AC9F}" sibTransId="{72975123-4A15-459B-BF05-922FD1ED0D67}"/>
    <dgm:cxn modelId="{89E0C920-5FBD-420A-AA67-FDEDB39588D2}" type="presParOf" srcId="{97094740-8222-4A14-9DDB-AF31B66CC15D}" destId="{9EF3953D-9E27-4260-8038-6204AF121A3F}" srcOrd="0" destOrd="0" presId="urn:microsoft.com/office/officeart/2005/8/layout/vList3"/>
    <dgm:cxn modelId="{5D27A614-C2DA-4AE8-AA9A-DA5CA89975FC}" type="presParOf" srcId="{9EF3953D-9E27-4260-8038-6204AF121A3F}" destId="{095447BD-9537-458A-9167-27E2D28A3C6F}" srcOrd="0" destOrd="0" presId="urn:microsoft.com/office/officeart/2005/8/layout/vList3"/>
    <dgm:cxn modelId="{B5EA09F5-23DC-4E18-9AFF-42B9B1E8969A}" type="presParOf" srcId="{9EF3953D-9E27-4260-8038-6204AF121A3F}" destId="{4BF75EB9-8C43-4FB4-8F65-6E6CF85BBFCC}" srcOrd="1" destOrd="0" presId="urn:microsoft.com/office/officeart/2005/8/layout/vList3"/>
    <dgm:cxn modelId="{0F92ABE8-6CC3-4CA5-98E2-72BF1D0002B4}" type="presParOf" srcId="{97094740-8222-4A14-9DDB-AF31B66CC15D}" destId="{FB1D7B97-AAB2-46B6-887F-9AC7BC4D9CB2}" srcOrd="1" destOrd="0" presId="urn:microsoft.com/office/officeart/2005/8/layout/vList3"/>
    <dgm:cxn modelId="{B99EEBAB-A23D-433C-A0D6-38E74E23F739}" type="presParOf" srcId="{97094740-8222-4A14-9DDB-AF31B66CC15D}" destId="{BEF716AB-44FF-45DD-80FE-28845BF31592}" srcOrd="2" destOrd="0" presId="urn:microsoft.com/office/officeart/2005/8/layout/vList3"/>
    <dgm:cxn modelId="{4D8ECDEF-8779-4CEA-9779-7E2745E5B379}" type="presParOf" srcId="{BEF716AB-44FF-45DD-80FE-28845BF31592}" destId="{E8A1D3B2-0977-42FA-87B9-C63ACD40E1FD}" srcOrd="0" destOrd="0" presId="urn:microsoft.com/office/officeart/2005/8/layout/vList3"/>
    <dgm:cxn modelId="{6707F48F-47E6-492F-9BA7-4D81A50DE6D2}" type="presParOf" srcId="{BEF716AB-44FF-45DD-80FE-28845BF31592}" destId="{094DA9B4-D3DD-4CAB-BC30-5A6B0C6092F2}" srcOrd="1" destOrd="0" presId="urn:microsoft.com/office/officeart/2005/8/layout/vList3"/>
    <dgm:cxn modelId="{5D992D91-B4B4-48AE-862A-A07548E85957}" type="presParOf" srcId="{97094740-8222-4A14-9DDB-AF31B66CC15D}" destId="{9C51EA90-4E3C-4836-8D4E-A53FB3468C40}" srcOrd="3" destOrd="0" presId="urn:microsoft.com/office/officeart/2005/8/layout/vList3"/>
    <dgm:cxn modelId="{A039C4BB-88AF-49D0-86AD-47B2B2B4C916}" type="presParOf" srcId="{97094740-8222-4A14-9DDB-AF31B66CC15D}" destId="{2C06730C-8700-46A2-98DD-198AFFDAF487}" srcOrd="4" destOrd="0" presId="urn:microsoft.com/office/officeart/2005/8/layout/vList3"/>
    <dgm:cxn modelId="{9F6B48BA-9626-4F8B-A7D7-D92465CFAD87}" type="presParOf" srcId="{2C06730C-8700-46A2-98DD-198AFFDAF487}" destId="{9A473BCD-5771-422D-920D-A4C25FB84BDA}" srcOrd="0" destOrd="0" presId="urn:microsoft.com/office/officeart/2005/8/layout/vList3"/>
    <dgm:cxn modelId="{34781D4A-6867-4852-9001-69E74449EF0E}" type="presParOf" srcId="{2C06730C-8700-46A2-98DD-198AFFDAF487}" destId="{F31BCE38-A9AC-489E-A677-F9196773D9D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86CA294-8873-48B9-8223-88C3675E4F4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93534A4-8C42-4AA0-9EA8-4F301AB42343}">
      <dgm:prSet phldrT="[Text]" phldr="0"/>
      <dgm:spPr/>
      <dgm:t>
        <a:bodyPr/>
        <a:lstStyle/>
        <a:p>
          <a:endParaRPr lang="en-IN" dirty="0"/>
        </a:p>
      </dgm:t>
    </dgm:pt>
    <dgm:pt modelId="{806EEF52-9D6A-43AC-83E0-C74E2D84EBD3}" type="parTrans" cxnId="{ED546992-ED70-4B02-8E34-D5321592E1EA}">
      <dgm:prSet/>
      <dgm:spPr/>
      <dgm:t>
        <a:bodyPr/>
        <a:lstStyle/>
        <a:p>
          <a:endParaRPr lang="en-IN"/>
        </a:p>
      </dgm:t>
    </dgm:pt>
    <dgm:pt modelId="{CDAB32A8-2A56-4D8E-BEC4-66282E86886F}" type="sibTrans" cxnId="{ED546992-ED70-4B02-8E34-D5321592E1EA}">
      <dgm:prSet/>
      <dgm:spPr/>
      <dgm:t>
        <a:bodyPr/>
        <a:lstStyle/>
        <a:p>
          <a:endParaRPr lang="en-IN"/>
        </a:p>
      </dgm:t>
    </dgm:pt>
    <dgm:pt modelId="{9631236E-2BC6-49CE-9AD1-6523EE45FC1F}">
      <dgm:prSet phldrT="[Text]"/>
      <dgm:spPr/>
      <dgm:t>
        <a:bodyPr/>
        <a:lstStyle/>
        <a:p>
          <a:pPr>
            <a:buNone/>
          </a:pPr>
          <a:r>
            <a:rPr lang="en-US" dirty="0"/>
            <a:t>Revenue is concentrated among top customers </a:t>
          </a:r>
          <a:endParaRPr lang="en-IN" dirty="0"/>
        </a:p>
      </dgm:t>
    </dgm:pt>
    <dgm:pt modelId="{46D8765B-ABE5-4B12-9F88-7A5B11C0E858}" type="parTrans" cxnId="{E94C6FA3-BFB6-4C17-A370-B2A2B5D1BAEB}">
      <dgm:prSet/>
      <dgm:spPr/>
      <dgm:t>
        <a:bodyPr/>
        <a:lstStyle/>
        <a:p>
          <a:endParaRPr lang="en-IN"/>
        </a:p>
      </dgm:t>
    </dgm:pt>
    <dgm:pt modelId="{01741775-5228-46CA-B7CA-38AFC928E1AF}" type="sibTrans" cxnId="{E94C6FA3-BFB6-4C17-A370-B2A2B5D1BAEB}">
      <dgm:prSet/>
      <dgm:spPr/>
      <dgm:t>
        <a:bodyPr/>
        <a:lstStyle/>
        <a:p>
          <a:endParaRPr lang="en-IN"/>
        </a:p>
      </dgm:t>
    </dgm:pt>
    <dgm:pt modelId="{CFF78E8D-B926-439E-9663-6D73E3DFF93B}">
      <dgm:prSet phldrT="[Text]"/>
      <dgm:spPr/>
      <dgm:t>
        <a:bodyPr/>
        <a:lstStyle/>
        <a:p>
          <a:pPr>
            <a:buNone/>
          </a:pPr>
          <a:r>
            <a:rPr lang="en-US" dirty="0"/>
            <a:t>Some customers place frequent orders </a:t>
          </a:r>
          <a:endParaRPr lang="en-IN" dirty="0"/>
        </a:p>
      </dgm:t>
    </dgm:pt>
    <dgm:pt modelId="{A9FEDD4D-3497-4F2D-BCE9-646CED27885E}" type="parTrans" cxnId="{3BDA8C37-2DA6-45B7-B5B3-8D47ADDD9BD9}">
      <dgm:prSet/>
      <dgm:spPr/>
      <dgm:t>
        <a:bodyPr/>
        <a:lstStyle/>
        <a:p>
          <a:endParaRPr lang="en-IN"/>
        </a:p>
      </dgm:t>
    </dgm:pt>
    <dgm:pt modelId="{C10E2A25-58F8-4D06-8A06-00C8E66AA878}" type="sibTrans" cxnId="{3BDA8C37-2DA6-45B7-B5B3-8D47ADDD9BD9}">
      <dgm:prSet/>
      <dgm:spPr/>
      <dgm:t>
        <a:bodyPr/>
        <a:lstStyle/>
        <a:p>
          <a:endParaRPr lang="en-IN"/>
        </a:p>
      </dgm:t>
    </dgm:pt>
    <dgm:pt modelId="{7A3F7EE1-B29A-45D3-B3C3-80380F7D55C9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Customer base varies by region </a:t>
          </a:r>
          <a:endParaRPr lang="en-IN" dirty="0"/>
        </a:p>
      </dgm:t>
    </dgm:pt>
    <dgm:pt modelId="{CB6B68D1-2576-44DC-BE1E-9D0B81352964}" type="parTrans" cxnId="{384E10AC-06CD-4318-BE66-CAC382D59CBD}">
      <dgm:prSet/>
      <dgm:spPr/>
      <dgm:t>
        <a:bodyPr/>
        <a:lstStyle/>
        <a:p>
          <a:endParaRPr lang="en-IN"/>
        </a:p>
      </dgm:t>
    </dgm:pt>
    <dgm:pt modelId="{66545691-4958-4648-8861-ECED319C6FA4}" type="sibTrans" cxnId="{384E10AC-06CD-4318-BE66-CAC382D59CBD}">
      <dgm:prSet/>
      <dgm:spPr/>
      <dgm:t>
        <a:bodyPr/>
        <a:lstStyle/>
        <a:p>
          <a:endParaRPr lang="en-IN"/>
        </a:p>
      </dgm:t>
    </dgm:pt>
    <dgm:pt modelId="{B3BC8F02-F62B-408E-BD3C-6244CAEBCC99}" type="pres">
      <dgm:prSet presAssocID="{A86CA294-8873-48B9-8223-88C3675E4F48}" presName="vert0" presStyleCnt="0">
        <dgm:presLayoutVars>
          <dgm:dir/>
          <dgm:animOne val="branch"/>
          <dgm:animLvl val="lvl"/>
        </dgm:presLayoutVars>
      </dgm:prSet>
      <dgm:spPr/>
    </dgm:pt>
    <dgm:pt modelId="{7CD6C1AF-A056-4F6C-8C29-3CE7DB707192}" type="pres">
      <dgm:prSet presAssocID="{B93534A4-8C42-4AA0-9EA8-4F301AB42343}" presName="thickLine" presStyleLbl="alignNode1" presStyleIdx="0" presStyleCnt="1"/>
      <dgm:spPr/>
    </dgm:pt>
    <dgm:pt modelId="{F0A7CA5F-AB6F-4A42-B72B-E26A16D76D3A}" type="pres">
      <dgm:prSet presAssocID="{B93534A4-8C42-4AA0-9EA8-4F301AB42343}" presName="horz1" presStyleCnt="0"/>
      <dgm:spPr/>
    </dgm:pt>
    <dgm:pt modelId="{EB287043-1DFC-469A-8708-F00315294FB5}" type="pres">
      <dgm:prSet presAssocID="{B93534A4-8C42-4AA0-9EA8-4F301AB42343}" presName="tx1" presStyleLbl="revTx" presStyleIdx="0" presStyleCnt="4"/>
      <dgm:spPr/>
    </dgm:pt>
    <dgm:pt modelId="{FA7146EC-CF2B-45A5-A27F-65E52BA21FFA}" type="pres">
      <dgm:prSet presAssocID="{B93534A4-8C42-4AA0-9EA8-4F301AB42343}" presName="vert1" presStyleCnt="0"/>
      <dgm:spPr/>
    </dgm:pt>
    <dgm:pt modelId="{A8C9CB30-4A89-4783-9DE6-4655096C73A9}" type="pres">
      <dgm:prSet presAssocID="{9631236E-2BC6-49CE-9AD1-6523EE45FC1F}" presName="vertSpace2a" presStyleCnt="0"/>
      <dgm:spPr/>
    </dgm:pt>
    <dgm:pt modelId="{9A4F0AD2-45AB-4D9E-AEA4-58856BED5D4A}" type="pres">
      <dgm:prSet presAssocID="{9631236E-2BC6-49CE-9AD1-6523EE45FC1F}" presName="horz2" presStyleCnt="0"/>
      <dgm:spPr/>
    </dgm:pt>
    <dgm:pt modelId="{BE032898-349E-44C8-A396-176D0DDD0738}" type="pres">
      <dgm:prSet presAssocID="{9631236E-2BC6-49CE-9AD1-6523EE45FC1F}" presName="horzSpace2" presStyleCnt="0"/>
      <dgm:spPr/>
    </dgm:pt>
    <dgm:pt modelId="{CCB5802C-CA3D-4C2C-BD7C-BFC2C288F677}" type="pres">
      <dgm:prSet presAssocID="{9631236E-2BC6-49CE-9AD1-6523EE45FC1F}" presName="tx2" presStyleLbl="revTx" presStyleIdx="1" presStyleCnt="4"/>
      <dgm:spPr/>
    </dgm:pt>
    <dgm:pt modelId="{65E5FDEE-3D6B-4712-81B2-5541CE47BE06}" type="pres">
      <dgm:prSet presAssocID="{9631236E-2BC6-49CE-9AD1-6523EE45FC1F}" presName="vert2" presStyleCnt="0"/>
      <dgm:spPr/>
    </dgm:pt>
    <dgm:pt modelId="{B8F74290-5CB5-4D9F-8982-D51EC5EBE653}" type="pres">
      <dgm:prSet presAssocID="{9631236E-2BC6-49CE-9AD1-6523EE45FC1F}" presName="thinLine2b" presStyleLbl="callout" presStyleIdx="0" presStyleCnt="3"/>
      <dgm:spPr/>
    </dgm:pt>
    <dgm:pt modelId="{4DF85AE8-7AC5-4A79-948F-3A82CD17A88C}" type="pres">
      <dgm:prSet presAssocID="{9631236E-2BC6-49CE-9AD1-6523EE45FC1F}" presName="vertSpace2b" presStyleCnt="0"/>
      <dgm:spPr/>
    </dgm:pt>
    <dgm:pt modelId="{B625D28C-629C-49C9-8492-3F3335D1CDFF}" type="pres">
      <dgm:prSet presAssocID="{CFF78E8D-B926-439E-9663-6D73E3DFF93B}" presName="horz2" presStyleCnt="0"/>
      <dgm:spPr/>
    </dgm:pt>
    <dgm:pt modelId="{CF869E3A-E52B-48F3-82C3-BC11C14DEEA1}" type="pres">
      <dgm:prSet presAssocID="{CFF78E8D-B926-439E-9663-6D73E3DFF93B}" presName="horzSpace2" presStyleCnt="0"/>
      <dgm:spPr/>
    </dgm:pt>
    <dgm:pt modelId="{5CA258D6-8A65-4A58-84C6-29FF765391FA}" type="pres">
      <dgm:prSet presAssocID="{CFF78E8D-B926-439E-9663-6D73E3DFF93B}" presName="tx2" presStyleLbl="revTx" presStyleIdx="2" presStyleCnt="4"/>
      <dgm:spPr/>
    </dgm:pt>
    <dgm:pt modelId="{E3B92311-EDD4-4681-8AB2-7277558342F3}" type="pres">
      <dgm:prSet presAssocID="{CFF78E8D-B926-439E-9663-6D73E3DFF93B}" presName="vert2" presStyleCnt="0"/>
      <dgm:spPr/>
    </dgm:pt>
    <dgm:pt modelId="{7031CA1D-DA8B-40C5-A7DE-71C0C2289975}" type="pres">
      <dgm:prSet presAssocID="{CFF78E8D-B926-439E-9663-6D73E3DFF93B}" presName="thinLine2b" presStyleLbl="callout" presStyleIdx="1" presStyleCnt="3"/>
      <dgm:spPr/>
    </dgm:pt>
    <dgm:pt modelId="{68480FEF-5F03-417E-948D-2136EF6D8DD5}" type="pres">
      <dgm:prSet presAssocID="{CFF78E8D-B926-439E-9663-6D73E3DFF93B}" presName="vertSpace2b" presStyleCnt="0"/>
      <dgm:spPr/>
    </dgm:pt>
    <dgm:pt modelId="{8C0C10E4-5E06-4CD9-B2FE-46D33B211488}" type="pres">
      <dgm:prSet presAssocID="{7A3F7EE1-B29A-45D3-B3C3-80380F7D55C9}" presName="horz2" presStyleCnt="0"/>
      <dgm:spPr/>
    </dgm:pt>
    <dgm:pt modelId="{DD309411-430A-41F3-B61B-ECC1F5979ECA}" type="pres">
      <dgm:prSet presAssocID="{7A3F7EE1-B29A-45D3-B3C3-80380F7D55C9}" presName="horzSpace2" presStyleCnt="0"/>
      <dgm:spPr/>
    </dgm:pt>
    <dgm:pt modelId="{4B98792A-07EC-4C0D-BB08-675E4E2964C2}" type="pres">
      <dgm:prSet presAssocID="{7A3F7EE1-B29A-45D3-B3C3-80380F7D55C9}" presName="tx2" presStyleLbl="revTx" presStyleIdx="3" presStyleCnt="4"/>
      <dgm:spPr/>
    </dgm:pt>
    <dgm:pt modelId="{6611CE4D-70C1-4FA6-A77C-E4C4C0267FD5}" type="pres">
      <dgm:prSet presAssocID="{7A3F7EE1-B29A-45D3-B3C3-80380F7D55C9}" presName="vert2" presStyleCnt="0"/>
      <dgm:spPr/>
    </dgm:pt>
    <dgm:pt modelId="{39813D16-33DF-4E7C-9C94-1E9A2CD77E04}" type="pres">
      <dgm:prSet presAssocID="{7A3F7EE1-B29A-45D3-B3C3-80380F7D55C9}" presName="thinLine2b" presStyleLbl="callout" presStyleIdx="2" presStyleCnt="3"/>
      <dgm:spPr/>
    </dgm:pt>
    <dgm:pt modelId="{BDA4A604-3B48-4C29-BFCF-77345C288260}" type="pres">
      <dgm:prSet presAssocID="{7A3F7EE1-B29A-45D3-B3C3-80380F7D55C9}" presName="vertSpace2b" presStyleCnt="0"/>
      <dgm:spPr/>
    </dgm:pt>
  </dgm:ptLst>
  <dgm:cxnLst>
    <dgm:cxn modelId="{86BCB430-61F4-465E-AEE8-48C5C8AB0E44}" type="presOf" srcId="{7A3F7EE1-B29A-45D3-B3C3-80380F7D55C9}" destId="{4B98792A-07EC-4C0D-BB08-675E4E2964C2}" srcOrd="0" destOrd="0" presId="urn:microsoft.com/office/officeart/2008/layout/LinedList"/>
    <dgm:cxn modelId="{3BDA8C37-2DA6-45B7-B5B3-8D47ADDD9BD9}" srcId="{B93534A4-8C42-4AA0-9EA8-4F301AB42343}" destId="{CFF78E8D-B926-439E-9663-6D73E3DFF93B}" srcOrd="1" destOrd="0" parTransId="{A9FEDD4D-3497-4F2D-BCE9-646CED27885E}" sibTransId="{C10E2A25-58F8-4D06-8A06-00C8E66AA878}"/>
    <dgm:cxn modelId="{09BEDF50-7210-4503-AFBC-696CCE0E71E0}" type="presOf" srcId="{CFF78E8D-B926-439E-9663-6D73E3DFF93B}" destId="{5CA258D6-8A65-4A58-84C6-29FF765391FA}" srcOrd="0" destOrd="0" presId="urn:microsoft.com/office/officeart/2008/layout/LinedList"/>
    <dgm:cxn modelId="{5CE5C355-9857-4E8F-AE12-B0B766C3C2BF}" type="presOf" srcId="{B93534A4-8C42-4AA0-9EA8-4F301AB42343}" destId="{EB287043-1DFC-469A-8708-F00315294FB5}" srcOrd="0" destOrd="0" presId="urn:microsoft.com/office/officeart/2008/layout/LinedList"/>
    <dgm:cxn modelId="{9FACC38D-2F54-42B7-81E3-8E1388099344}" type="presOf" srcId="{9631236E-2BC6-49CE-9AD1-6523EE45FC1F}" destId="{CCB5802C-CA3D-4C2C-BD7C-BFC2C288F677}" srcOrd="0" destOrd="0" presId="urn:microsoft.com/office/officeart/2008/layout/LinedList"/>
    <dgm:cxn modelId="{ED546992-ED70-4B02-8E34-D5321592E1EA}" srcId="{A86CA294-8873-48B9-8223-88C3675E4F48}" destId="{B93534A4-8C42-4AA0-9EA8-4F301AB42343}" srcOrd="0" destOrd="0" parTransId="{806EEF52-9D6A-43AC-83E0-C74E2D84EBD3}" sibTransId="{CDAB32A8-2A56-4D8E-BEC4-66282E86886F}"/>
    <dgm:cxn modelId="{E94C6FA3-BFB6-4C17-A370-B2A2B5D1BAEB}" srcId="{B93534A4-8C42-4AA0-9EA8-4F301AB42343}" destId="{9631236E-2BC6-49CE-9AD1-6523EE45FC1F}" srcOrd="0" destOrd="0" parTransId="{46D8765B-ABE5-4B12-9F88-7A5B11C0E858}" sibTransId="{01741775-5228-46CA-B7CA-38AFC928E1AF}"/>
    <dgm:cxn modelId="{DB1923A7-73AF-426A-9FA3-666E9F9EBF71}" type="presOf" srcId="{A86CA294-8873-48B9-8223-88C3675E4F48}" destId="{B3BC8F02-F62B-408E-BD3C-6244CAEBCC99}" srcOrd="0" destOrd="0" presId="urn:microsoft.com/office/officeart/2008/layout/LinedList"/>
    <dgm:cxn modelId="{384E10AC-06CD-4318-BE66-CAC382D59CBD}" srcId="{B93534A4-8C42-4AA0-9EA8-4F301AB42343}" destId="{7A3F7EE1-B29A-45D3-B3C3-80380F7D55C9}" srcOrd="2" destOrd="0" parTransId="{CB6B68D1-2576-44DC-BE1E-9D0B81352964}" sibTransId="{66545691-4958-4648-8861-ECED319C6FA4}"/>
    <dgm:cxn modelId="{78DB8E5A-C9E2-4815-BCAB-089F7D20F9ED}" type="presParOf" srcId="{B3BC8F02-F62B-408E-BD3C-6244CAEBCC99}" destId="{7CD6C1AF-A056-4F6C-8C29-3CE7DB707192}" srcOrd="0" destOrd="0" presId="urn:microsoft.com/office/officeart/2008/layout/LinedList"/>
    <dgm:cxn modelId="{C15CB23C-2960-4634-B104-B97182666678}" type="presParOf" srcId="{B3BC8F02-F62B-408E-BD3C-6244CAEBCC99}" destId="{F0A7CA5F-AB6F-4A42-B72B-E26A16D76D3A}" srcOrd="1" destOrd="0" presId="urn:microsoft.com/office/officeart/2008/layout/LinedList"/>
    <dgm:cxn modelId="{C309CF81-D0A5-4A48-8749-F3F1B595F975}" type="presParOf" srcId="{F0A7CA5F-AB6F-4A42-B72B-E26A16D76D3A}" destId="{EB287043-1DFC-469A-8708-F00315294FB5}" srcOrd="0" destOrd="0" presId="urn:microsoft.com/office/officeart/2008/layout/LinedList"/>
    <dgm:cxn modelId="{9E96178A-EC24-49A3-A7CC-C7B8A137D613}" type="presParOf" srcId="{F0A7CA5F-AB6F-4A42-B72B-E26A16D76D3A}" destId="{FA7146EC-CF2B-45A5-A27F-65E52BA21FFA}" srcOrd="1" destOrd="0" presId="urn:microsoft.com/office/officeart/2008/layout/LinedList"/>
    <dgm:cxn modelId="{A342B22E-393D-4FF1-AD7C-F40A6D51E151}" type="presParOf" srcId="{FA7146EC-CF2B-45A5-A27F-65E52BA21FFA}" destId="{A8C9CB30-4A89-4783-9DE6-4655096C73A9}" srcOrd="0" destOrd="0" presId="urn:microsoft.com/office/officeart/2008/layout/LinedList"/>
    <dgm:cxn modelId="{72E3B553-7B2A-48E7-947D-1D8A88EB523F}" type="presParOf" srcId="{FA7146EC-CF2B-45A5-A27F-65E52BA21FFA}" destId="{9A4F0AD2-45AB-4D9E-AEA4-58856BED5D4A}" srcOrd="1" destOrd="0" presId="urn:microsoft.com/office/officeart/2008/layout/LinedList"/>
    <dgm:cxn modelId="{018BC8D2-1DD6-4C63-BC01-D50B1C7A121D}" type="presParOf" srcId="{9A4F0AD2-45AB-4D9E-AEA4-58856BED5D4A}" destId="{BE032898-349E-44C8-A396-176D0DDD0738}" srcOrd="0" destOrd="0" presId="urn:microsoft.com/office/officeart/2008/layout/LinedList"/>
    <dgm:cxn modelId="{D17DC850-C0F8-43A5-AA97-BDB796DD942F}" type="presParOf" srcId="{9A4F0AD2-45AB-4D9E-AEA4-58856BED5D4A}" destId="{CCB5802C-CA3D-4C2C-BD7C-BFC2C288F677}" srcOrd="1" destOrd="0" presId="urn:microsoft.com/office/officeart/2008/layout/LinedList"/>
    <dgm:cxn modelId="{B095A81C-3FC5-4053-B5E2-AFAB6F0B794B}" type="presParOf" srcId="{9A4F0AD2-45AB-4D9E-AEA4-58856BED5D4A}" destId="{65E5FDEE-3D6B-4712-81B2-5541CE47BE06}" srcOrd="2" destOrd="0" presId="urn:microsoft.com/office/officeart/2008/layout/LinedList"/>
    <dgm:cxn modelId="{DF8B8060-41D5-44A5-86DB-753B8EA009E4}" type="presParOf" srcId="{FA7146EC-CF2B-45A5-A27F-65E52BA21FFA}" destId="{B8F74290-5CB5-4D9F-8982-D51EC5EBE653}" srcOrd="2" destOrd="0" presId="urn:microsoft.com/office/officeart/2008/layout/LinedList"/>
    <dgm:cxn modelId="{3542D482-CBDE-4942-B8B4-5F245637E75A}" type="presParOf" srcId="{FA7146EC-CF2B-45A5-A27F-65E52BA21FFA}" destId="{4DF85AE8-7AC5-4A79-948F-3A82CD17A88C}" srcOrd="3" destOrd="0" presId="urn:microsoft.com/office/officeart/2008/layout/LinedList"/>
    <dgm:cxn modelId="{5A5BB565-CEA9-482D-93F3-A03E963C305A}" type="presParOf" srcId="{FA7146EC-CF2B-45A5-A27F-65E52BA21FFA}" destId="{B625D28C-629C-49C9-8492-3F3335D1CDFF}" srcOrd="4" destOrd="0" presId="urn:microsoft.com/office/officeart/2008/layout/LinedList"/>
    <dgm:cxn modelId="{253F25D4-74ED-4D79-A480-B66241C617E5}" type="presParOf" srcId="{B625D28C-629C-49C9-8492-3F3335D1CDFF}" destId="{CF869E3A-E52B-48F3-82C3-BC11C14DEEA1}" srcOrd="0" destOrd="0" presId="urn:microsoft.com/office/officeart/2008/layout/LinedList"/>
    <dgm:cxn modelId="{4398C187-81A6-4E52-A63D-49E5ED3C7F22}" type="presParOf" srcId="{B625D28C-629C-49C9-8492-3F3335D1CDFF}" destId="{5CA258D6-8A65-4A58-84C6-29FF765391FA}" srcOrd="1" destOrd="0" presId="urn:microsoft.com/office/officeart/2008/layout/LinedList"/>
    <dgm:cxn modelId="{B1950F9F-CFCF-4D52-9AAE-44F72E471395}" type="presParOf" srcId="{B625D28C-629C-49C9-8492-3F3335D1CDFF}" destId="{E3B92311-EDD4-4681-8AB2-7277558342F3}" srcOrd="2" destOrd="0" presId="urn:microsoft.com/office/officeart/2008/layout/LinedList"/>
    <dgm:cxn modelId="{18600F1B-9593-47FF-88DB-C1FB856B9D2F}" type="presParOf" srcId="{FA7146EC-CF2B-45A5-A27F-65E52BA21FFA}" destId="{7031CA1D-DA8B-40C5-A7DE-71C0C2289975}" srcOrd="5" destOrd="0" presId="urn:microsoft.com/office/officeart/2008/layout/LinedList"/>
    <dgm:cxn modelId="{094C7FCC-338C-497C-84A8-6F94453EFCD2}" type="presParOf" srcId="{FA7146EC-CF2B-45A5-A27F-65E52BA21FFA}" destId="{68480FEF-5F03-417E-948D-2136EF6D8DD5}" srcOrd="6" destOrd="0" presId="urn:microsoft.com/office/officeart/2008/layout/LinedList"/>
    <dgm:cxn modelId="{162939C9-0AE8-41D6-B368-8ED3AA092CA2}" type="presParOf" srcId="{FA7146EC-CF2B-45A5-A27F-65E52BA21FFA}" destId="{8C0C10E4-5E06-4CD9-B2FE-46D33B211488}" srcOrd="7" destOrd="0" presId="urn:microsoft.com/office/officeart/2008/layout/LinedList"/>
    <dgm:cxn modelId="{5D86D6CE-A988-4954-BEC1-B78DC0351DFA}" type="presParOf" srcId="{8C0C10E4-5E06-4CD9-B2FE-46D33B211488}" destId="{DD309411-430A-41F3-B61B-ECC1F5979ECA}" srcOrd="0" destOrd="0" presId="urn:microsoft.com/office/officeart/2008/layout/LinedList"/>
    <dgm:cxn modelId="{8A9C0A92-7ACF-4A1E-97D5-446484DAF3E7}" type="presParOf" srcId="{8C0C10E4-5E06-4CD9-B2FE-46D33B211488}" destId="{4B98792A-07EC-4C0D-BB08-675E4E2964C2}" srcOrd="1" destOrd="0" presId="urn:microsoft.com/office/officeart/2008/layout/LinedList"/>
    <dgm:cxn modelId="{48173981-F72C-40AD-B848-4C07501A44A8}" type="presParOf" srcId="{8C0C10E4-5E06-4CD9-B2FE-46D33B211488}" destId="{6611CE4D-70C1-4FA6-A77C-E4C4C0267FD5}" srcOrd="2" destOrd="0" presId="urn:microsoft.com/office/officeart/2008/layout/LinedList"/>
    <dgm:cxn modelId="{12FC5A52-01C8-48E6-AD33-A07EF99ABEE4}" type="presParOf" srcId="{FA7146EC-CF2B-45A5-A27F-65E52BA21FFA}" destId="{39813D16-33DF-4E7C-9C94-1E9A2CD77E04}" srcOrd="8" destOrd="0" presId="urn:microsoft.com/office/officeart/2008/layout/LinedList"/>
    <dgm:cxn modelId="{9FD3919F-9EAC-47B1-A60D-4403F56E8262}" type="presParOf" srcId="{FA7146EC-CF2B-45A5-A27F-65E52BA21FFA}" destId="{BDA4A604-3B48-4C29-BFCF-77345C288260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96FD7D0-4DA5-4A96-8055-BA5AD4B22089}" type="doc">
      <dgm:prSet loTypeId="urn:microsoft.com/office/officeart/2005/8/layout/matrix2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845DBAB-CD36-4E38-A55D-D330B17A5F77}">
      <dgm:prSet phldrT="[Text]"/>
      <dgm:spPr/>
      <dgm:t>
        <a:bodyPr/>
        <a:lstStyle/>
        <a:p>
          <a:pPr>
            <a:buNone/>
          </a:pPr>
          <a:r>
            <a:rPr lang="en-IN" dirty="0"/>
            <a:t>Reduce excessive discounting </a:t>
          </a:r>
        </a:p>
      </dgm:t>
    </dgm:pt>
    <dgm:pt modelId="{0112F8F5-FE30-4120-9008-B9B54827F428}" type="parTrans" cxnId="{DCD4E8BF-2696-4A69-925E-509B03D9F6BE}">
      <dgm:prSet/>
      <dgm:spPr/>
      <dgm:t>
        <a:bodyPr/>
        <a:lstStyle/>
        <a:p>
          <a:endParaRPr lang="en-IN"/>
        </a:p>
      </dgm:t>
    </dgm:pt>
    <dgm:pt modelId="{6A87A21A-95D8-4698-A03D-6275A9635610}" type="sibTrans" cxnId="{DCD4E8BF-2696-4A69-925E-509B03D9F6BE}">
      <dgm:prSet/>
      <dgm:spPr/>
      <dgm:t>
        <a:bodyPr/>
        <a:lstStyle/>
        <a:p>
          <a:endParaRPr lang="en-IN"/>
        </a:p>
      </dgm:t>
    </dgm:pt>
    <dgm:pt modelId="{B0178DC7-1859-42B7-B5DB-159BAEB0CD3B}">
      <dgm:prSet phldrT="[Text]"/>
      <dgm:spPr/>
      <dgm:t>
        <a:bodyPr/>
        <a:lstStyle/>
        <a:p>
          <a:pPr>
            <a:buNone/>
          </a:pPr>
          <a:r>
            <a:rPr lang="en-IN" dirty="0"/>
            <a:t>Focus on high-margin products </a:t>
          </a:r>
        </a:p>
      </dgm:t>
    </dgm:pt>
    <dgm:pt modelId="{24D14746-7269-436D-8230-FCFAE27D22AC}" type="parTrans" cxnId="{D78380C7-5B3C-48D6-98F5-184AFB8FECF3}">
      <dgm:prSet/>
      <dgm:spPr/>
      <dgm:t>
        <a:bodyPr/>
        <a:lstStyle/>
        <a:p>
          <a:endParaRPr lang="en-IN"/>
        </a:p>
      </dgm:t>
    </dgm:pt>
    <dgm:pt modelId="{3B29D094-1CE7-4A03-A78C-A31B470CF987}" type="sibTrans" cxnId="{D78380C7-5B3C-48D6-98F5-184AFB8FECF3}">
      <dgm:prSet/>
      <dgm:spPr/>
      <dgm:t>
        <a:bodyPr/>
        <a:lstStyle/>
        <a:p>
          <a:endParaRPr lang="en-IN"/>
        </a:p>
      </dgm:t>
    </dgm:pt>
    <dgm:pt modelId="{8F76A269-0175-4370-80CA-EB66AEBECE96}">
      <dgm:prSet phldrT="[Text]"/>
      <dgm:spPr/>
      <dgm:t>
        <a:bodyPr/>
        <a:lstStyle/>
        <a:p>
          <a:pPr>
            <a:buNone/>
          </a:pPr>
          <a:r>
            <a:rPr lang="en-US" dirty="0"/>
            <a:t>Retain top customers with loyalty programs </a:t>
          </a:r>
          <a:endParaRPr lang="en-IN" dirty="0"/>
        </a:p>
      </dgm:t>
    </dgm:pt>
    <dgm:pt modelId="{0F55ACAD-7C41-4349-898E-9DF08AC15AF1}" type="parTrans" cxnId="{5E8A4EF2-8C02-479A-95BF-8E6846628B7D}">
      <dgm:prSet/>
      <dgm:spPr/>
      <dgm:t>
        <a:bodyPr/>
        <a:lstStyle/>
        <a:p>
          <a:endParaRPr lang="en-IN"/>
        </a:p>
      </dgm:t>
    </dgm:pt>
    <dgm:pt modelId="{EDEB3567-8FA9-439B-A9C4-36101D29CFFA}" type="sibTrans" cxnId="{5E8A4EF2-8C02-479A-95BF-8E6846628B7D}">
      <dgm:prSet/>
      <dgm:spPr/>
      <dgm:t>
        <a:bodyPr/>
        <a:lstStyle/>
        <a:p>
          <a:endParaRPr lang="en-IN"/>
        </a:p>
      </dgm:t>
    </dgm:pt>
    <dgm:pt modelId="{3C5CB899-99C5-4411-B160-223B379084C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Improve low-performing regions </a:t>
          </a:r>
        </a:p>
      </dgm:t>
    </dgm:pt>
    <dgm:pt modelId="{011DAFAB-857E-4593-ABA3-B749DC339F33}" type="parTrans" cxnId="{37588B2D-4BC3-4464-816F-121BF5ACD44E}">
      <dgm:prSet/>
      <dgm:spPr/>
      <dgm:t>
        <a:bodyPr/>
        <a:lstStyle/>
        <a:p>
          <a:endParaRPr lang="en-IN"/>
        </a:p>
      </dgm:t>
    </dgm:pt>
    <dgm:pt modelId="{A23484E2-0186-4F0F-A8BC-190AF362D580}" type="sibTrans" cxnId="{37588B2D-4BC3-4464-816F-121BF5ACD44E}">
      <dgm:prSet/>
      <dgm:spPr/>
      <dgm:t>
        <a:bodyPr/>
        <a:lstStyle/>
        <a:p>
          <a:endParaRPr lang="en-IN"/>
        </a:p>
      </dgm:t>
    </dgm:pt>
    <dgm:pt modelId="{71BC88EE-69DE-4F6A-A556-A9A96C35080A}" type="pres">
      <dgm:prSet presAssocID="{596FD7D0-4DA5-4A96-8055-BA5AD4B22089}" presName="matrix" presStyleCnt="0">
        <dgm:presLayoutVars>
          <dgm:chMax val="1"/>
          <dgm:dir/>
          <dgm:resizeHandles val="exact"/>
        </dgm:presLayoutVars>
      </dgm:prSet>
      <dgm:spPr/>
    </dgm:pt>
    <dgm:pt modelId="{F0617204-AF4D-42ED-9D32-B9133C8542C9}" type="pres">
      <dgm:prSet presAssocID="{596FD7D0-4DA5-4A96-8055-BA5AD4B22089}" presName="axisShape" presStyleLbl="bgShp" presStyleIdx="0" presStyleCnt="1"/>
      <dgm:spPr/>
    </dgm:pt>
    <dgm:pt modelId="{56521BF6-90C2-4B59-83AC-229243B34747}" type="pres">
      <dgm:prSet presAssocID="{596FD7D0-4DA5-4A96-8055-BA5AD4B22089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30F5789-BD0D-4FBE-9775-34B9D3640D7A}" type="pres">
      <dgm:prSet presAssocID="{596FD7D0-4DA5-4A96-8055-BA5AD4B22089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FF40F0C-B445-430E-85BA-7A02AD5570E2}" type="pres">
      <dgm:prSet presAssocID="{596FD7D0-4DA5-4A96-8055-BA5AD4B22089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8838755-4F4D-45B0-B899-487DA2EDDB93}" type="pres">
      <dgm:prSet presAssocID="{596FD7D0-4DA5-4A96-8055-BA5AD4B22089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7588B2D-4BC3-4464-816F-121BF5ACD44E}" srcId="{596FD7D0-4DA5-4A96-8055-BA5AD4B22089}" destId="{3C5CB899-99C5-4411-B160-223B379084CF}" srcOrd="3" destOrd="0" parTransId="{011DAFAB-857E-4593-ABA3-B749DC339F33}" sibTransId="{A23484E2-0186-4F0F-A8BC-190AF362D580}"/>
    <dgm:cxn modelId="{8A031260-850F-47B1-88FD-EB1E9AD9FEA1}" type="presOf" srcId="{7845DBAB-CD36-4E38-A55D-D330B17A5F77}" destId="{56521BF6-90C2-4B59-83AC-229243B34747}" srcOrd="0" destOrd="0" presId="urn:microsoft.com/office/officeart/2005/8/layout/matrix2"/>
    <dgm:cxn modelId="{E39DBE8F-9DC4-4978-8BC9-F24651EBEFF8}" type="presOf" srcId="{3C5CB899-99C5-4411-B160-223B379084CF}" destId="{48838755-4F4D-45B0-B899-487DA2EDDB93}" srcOrd="0" destOrd="0" presId="urn:microsoft.com/office/officeart/2005/8/layout/matrix2"/>
    <dgm:cxn modelId="{D71F23AA-D347-4D2E-B05A-89CF4908D275}" type="presOf" srcId="{596FD7D0-4DA5-4A96-8055-BA5AD4B22089}" destId="{71BC88EE-69DE-4F6A-A556-A9A96C35080A}" srcOrd="0" destOrd="0" presId="urn:microsoft.com/office/officeart/2005/8/layout/matrix2"/>
    <dgm:cxn modelId="{B19217B9-1F11-468C-BD7C-0A307764704B}" type="presOf" srcId="{B0178DC7-1859-42B7-B5DB-159BAEB0CD3B}" destId="{F30F5789-BD0D-4FBE-9775-34B9D3640D7A}" srcOrd="0" destOrd="0" presId="urn:microsoft.com/office/officeart/2005/8/layout/matrix2"/>
    <dgm:cxn modelId="{DCD4E8BF-2696-4A69-925E-509B03D9F6BE}" srcId="{596FD7D0-4DA5-4A96-8055-BA5AD4B22089}" destId="{7845DBAB-CD36-4E38-A55D-D330B17A5F77}" srcOrd="0" destOrd="0" parTransId="{0112F8F5-FE30-4120-9008-B9B54827F428}" sibTransId="{6A87A21A-95D8-4698-A03D-6275A9635610}"/>
    <dgm:cxn modelId="{D78380C7-5B3C-48D6-98F5-184AFB8FECF3}" srcId="{596FD7D0-4DA5-4A96-8055-BA5AD4B22089}" destId="{B0178DC7-1859-42B7-B5DB-159BAEB0CD3B}" srcOrd="1" destOrd="0" parTransId="{24D14746-7269-436D-8230-FCFAE27D22AC}" sibTransId="{3B29D094-1CE7-4A03-A78C-A31B470CF987}"/>
    <dgm:cxn modelId="{A5C07FDA-2EC4-4A01-BD04-AD1C50CDF0F6}" type="presOf" srcId="{8F76A269-0175-4370-80CA-EB66AEBECE96}" destId="{6FF40F0C-B445-430E-85BA-7A02AD5570E2}" srcOrd="0" destOrd="0" presId="urn:microsoft.com/office/officeart/2005/8/layout/matrix2"/>
    <dgm:cxn modelId="{5E8A4EF2-8C02-479A-95BF-8E6846628B7D}" srcId="{596FD7D0-4DA5-4A96-8055-BA5AD4B22089}" destId="{8F76A269-0175-4370-80CA-EB66AEBECE96}" srcOrd="2" destOrd="0" parTransId="{0F55ACAD-7C41-4349-898E-9DF08AC15AF1}" sibTransId="{EDEB3567-8FA9-439B-A9C4-36101D29CFFA}"/>
    <dgm:cxn modelId="{9E184E33-8983-426F-B7DC-17A06B2E3B7D}" type="presParOf" srcId="{71BC88EE-69DE-4F6A-A556-A9A96C35080A}" destId="{F0617204-AF4D-42ED-9D32-B9133C8542C9}" srcOrd="0" destOrd="0" presId="urn:microsoft.com/office/officeart/2005/8/layout/matrix2"/>
    <dgm:cxn modelId="{DEBED11D-E26C-457A-8115-DECA56489FCA}" type="presParOf" srcId="{71BC88EE-69DE-4F6A-A556-A9A96C35080A}" destId="{56521BF6-90C2-4B59-83AC-229243B34747}" srcOrd="1" destOrd="0" presId="urn:microsoft.com/office/officeart/2005/8/layout/matrix2"/>
    <dgm:cxn modelId="{E861E01A-4818-4BE0-A334-6D036747335E}" type="presParOf" srcId="{71BC88EE-69DE-4F6A-A556-A9A96C35080A}" destId="{F30F5789-BD0D-4FBE-9775-34B9D3640D7A}" srcOrd="2" destOrd="0" presId="urn:microsoft.com/office/officeart/2005/8/layout/matrix2"/>
    <dgm:cxn modelId="{A81FD480-2BE9-4C84-B687-375CC5C791D3}" type="presParOf" srcId="{71BC88EE-69DE-4F6A-A556-A9A96C35080A}" destId="{6FF40F0C-B445-430E-85BA-7A02AD5570E2}" srcOrd="3" destOrd="0" presId="urn:microsoft.com/office/officeart/2005/8/layout/matrix2"/>
    <dgm:cxn modelId="{B3A56857-6043-45CE-BDFA-09016B4ABCEF}" type="presParOf" srcId="{71BC88EE-69DE-4F6A-A556-A9A96C35080A}" destId="{48838755-4F4D-45B0-B899-487DA2EDDB93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B2EB36-3232-454F-A9D4-94255FF9ED15}">
      <dsp:nvSpPr>
        <dsp:cNvPr id="0" name=""/>
        <dsp:cNvSpPr/>
      </dsp:nvSpPr>
      <dsp:spPr>
        <a:xfrm>
          <a:off x="615" y="888206"/>
          <a:ext cx="2647156" cy="3176587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000" kern="1200" dirty="0"/>
        </a:p>
      </dsp:txBody>
      <dsp:txXfrm rot="16200000">
        <a:off x="-1037070" y="1925891"/>
        <a:ext cx="2604801" cy="529431"/>
      </dsp:txXfrm>
    </dsp:sp>
    <dsp:sp modelId="{FD9B7FB7-47E5-433C-8873-BA4363ECC971}">
      <dsp:nvSpPr>
        <dsp:cNvPr id="0" name=""/>
        <dsp:cNvSpPr/>
      </dsp:nvSpPr>
      <dsp:spPr>
        <a:xfrm>
          <a:off x="530046" y="888206"/>
          <a:ext cx="1972131" cy="3176587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96012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Analyze sales, profit, and customer behavior </a:t>
          </a:r>
          <a:endParaRPr lang="en-IN" sz="2800" kern="1200" dirty="0"/>
        </a:p>
      </dsp:txBody>
      <dsp:txXfrm>
        <a:off x="530046" y="888206"/>
        <a:ext cx="1972131" cy="3176587"/>
      </dsp:txXfrm>
    </dsp:sp>
    <dsp:sp modelId="{5C739FE0-6230-40AE-8711-A4F48B200D16}">
      <dsp:nvSpPr>
        <dsp:cNvPr id="0" name=""/>
        <dsp:cNvSpPr/>
      </dsp:nvSpPr>
      <dsp:spPr>
        <a:xfrm>
          <a:off x="2740421" y="888206"/>
          <a:ext cx="2647156" cy="3176587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000" kern="1200" dirty="0"/>
        </a:p>
      </dsp:txBody>
      <dsp:txXfrm rot="16200000">
        <a:off x="1702736" y="1925891"/>
        <a:ext cx="2604801" cy="529431"/>
      </dsp:txXfrm>
    </dsp:sp>
    <dsp:sp modelId="{6D0D5880-198F-4122-B630-6F3AFEA6FA4C}">
      <dsp:nvSpPr>
        <dsp:cNvPr id="0" name=""/>
        <dsp:cNvSpPr/>
      </dsp:nvSpPr>
      <dsp:spPr>
        <a:xfrm rot="5400000">
          <a:off x="2520284" y="3412360"/>
          <a:ext cx="466747" cy="39707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F07179-9459-48AF-AEEE-33E7C0A14F0F}">
      <dsp:nvSpPr>
        <dsp:cNvPr id="0" name=""/>
        <dsp:cNvSpPr/>
      </dsp:nvSpPr>
      <dsp:spPr>
        <a:xfrm>
          <a:off x="3269853" y="888206"/>
          <a:ext cx="1972131" cy="3176587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9728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Identify key business issues </a:t>
          </a:r>
        </a:p>
      </dsp:txBody>
      <dsp:txXfrm>
        <a:off x="3269853" y="888206"/>
        <a:ext cx="1972131" cy="3176587"/>
      </dsp:txXfrm>
    </dsp:sp>
    <dsp:sp modelId="{0CA084D5-C5D7-4624-9049-C1B23DE26BEC}">
      <dsp:nvSpPr>
        <dsp:cNvPr id="0" name=""/>
        <dsp:cNvSpPr/>
      </dsp:nvSpPr>
      <dsp:spPr>
        <a:xfrm>
          <a:off x="5480228" y="888206"/>
          <a:ext cx="2647156" cy="3176587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2870" rIns="133350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000" kern="1200" dirty="0"/>
        </a:p>
      </dsp:txBody>
      <dsp:txXfrm rot="16200000">
        <a:off x="4442543" y="1925891"/>
        <a:ext cx="2604801" cy="529431"/>
      </dsp:txXfrm>
    </dsp:sp>
    <dsp:sp modelId="{12F44A71-EB3E-4D62-8FBF-3E7253F27F33}">
      <dsp:nvSpPr>
        <dsp:cNvPr id="0" name=""/>
        <dsp:cNvSpPr/>
      </dsp:nvSpPr>
      <dsp:spPr>
        <a:xfrm rot="5400000">
          <a:off x="5260090" y="3412360"/>
          <a:ext cx="466747" cy="39707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DCDD43-CE8C-424B-9D25-428FBBAB545B}">
      <dsp:nvSpPr>
        <dsp:cNvPr id="0" name=""/>
        <dsp:cNvSpPr/>
      </dsp:nvSpPr>
      <dsp:spPr>
        <a:xfrm>
          <a:off x="6009659" y="888206"/>
          <a:ext cx="1972131" cy="3176587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96012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800" kern="1200" dirty="0"/>
            <a:t>Provide data-driven recommendations </a:t>
          </a:r>
        </a:p>
      </dsp:txBody>
      <dsp:txXfrm>
        <a:off x="6009659" y="888206"/>
        <a:ext cx="1972131" cy="31765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092D8B-0DF9-4214-9D95-E2DDDAD85CB8}">
      <dsp:nvSpPr>
        <dsp:cNvPr id="0" name=""/>
        <dsp:cNvSpPr/>
      </dsp:nvSpPr>
      <dsp:spPr>
        <a:xfrm rot="5400000">
          <a:off x="5050095" y="-2002972"/>
          <a:ext cx="953888" cy="52019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3600" kern="1200" dirty="0"/>
            <a:t>Data Cleaning</a:t>
          </a:r>
        </a:p>
      </dsp:txBody>
      <dsp:txXfrm rot="-5400000">
        <a:off x="2926080" y="167608"/>
        <a:ext cx="5155355" cy="860758"/>
      </dsp:txXfrm>
    </dsp:sp>
    <dsp:sp modelId="{29D1897B-270A-470B-9B57-E4F25964E996}">
      <dsp:nvSpPr>
        <dsp:cNvPr id="0" name=""/>
        <dsp:cNvSpPr/>
      </dsp:nvSpPr>
      <dsp:spPr>
        <a:xfrm>
          <a:off x="0" y="1806"/>
          <a:ext cx="2926080" cy="11923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Python</a:t>
          </a:r>
          <a:endParaRPr lang="en-IN" sz="4600" kern="1200" dirty="0"/>
        </a:p>
      </dsp:txBody>
      <dsp:txXfrm>
        <a:off x="58206" y="60012"/>
        <a:ext cx="2809668" cy="1075949"/>
      </dsp:txXfrm>
    </dsp:sp>
    <dsp:sp modelId="{85B10569-09C7-4844-8EE7-F78486A2B93B}">
      <dsp:nvSpPr>
        <dsp:cNvPr id="0" name=""/>
        <dsp:cNvSpPr/>
      </dsp:nvSpPr>
      <dsp:spPr>
        <a:xfrm rot="5400000">
          <a:off x="5050095" y="-772761"/>
          <a:ext cx="953888" cy="52019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4000" kern="1200" dirty="0"/>
            <a:t>Data Analysis</a:t>
          </a:r>
        </a:p>
      </dsp:txBody>
      <dsp:txXfrm rot="-5400000">
        <a:off x="2926080" y="1397819"/>
        <a:ext cx="5155355" cy="860758"/>
      </dsp:txXfrm>
    </dsp:sp>
    <dsp:sp modelId="{04FA8292-DF12-4FD2-8DF3-5853E8AF69C4}">
      <dsp:nvSpPr>
        <dsp:cNvPr id="0" name=""/>
        <dsp:cNvSpPr/>
      </dsp:nvSpPr>
      <dsp:spPr>
        <a:xfrm>
          <a:off x="0" y="1253785"/>
          <a:ext cx="2926080" cy="11923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SQL</a:t>
          </a:r>
          <a:endParaRPr lang="en-IN" sz="4600" kern="1200" dirty="0"/>
        </a:p>
      </dsp:txBody>
      <dsp:txXfrm>
        <a:off x="58206" y="1311991"/>
        <a:ext cx="2809668" cy="1075949"/>
      </dsp:txXfrm>
    </dsp:sp>
    <dsp:sp modelId="{4071B090-1EB6-4B81-9E79-C152C4D083B3}">
      <dsp:nvSpPr>
        <dsp:cNvPr id="0" name=""/>
        <dsp:cNvSpPr/>
      </dsp:nvSpPr>
      <dsp:spPr>
        <a:xfrm rot="5400000">
          <a:off x="5050095" y="500985"/>
          <a:ext cx="953888" cy="52019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3600" kern="1200" dirty="0"/>
            <a:t>Data Visualization </a:t>
          </a:r>
        </a:p>
      </dsp:txBody>
      <dsp:txXfrm rot="-5400000">
        <a:off x="2926080" y="2671566"/>
        <a:ext cx="5155355" cy="860758"/>
      </dsp:txXfrm>
    </dsp:sp>
    <dsp:sp modelId="{5FEC1DA3-029E-486D-BE5F-D57461FDFD3A}">
      <dsp:nvSpPr>
        <dsp:cNvPr id="0" name=""/>
        <dsp:cNvSpPr/>
      </dsp:nvSpPr>
      <dsp:spPr>
        <a:xfrm>
          <a:off x="0" y="2505765"/>
          <a:ext cx="2926080" cy="11923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Power bi</a:t>
          </a:r>
          <a:endParaRPr lang="en-IN" sz="4600" kern="1200" dirty="0"/>
        </a:p>
      </dsp:txBody>
      <dsp:txXfrm>
        <a:off x="58206" y="2563971"/>
        <a:ext cx="2809668" cy="10759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B02C3D-3B3A-433E-9563-9456B6DA89F0}">
      <dsp:nvSpPr>
        <dsp:cNvPr id="0" name=""/>
        <dsp:cNvSpPr/>
      </dsp:nvSpPr>
      <dsp:spPr>
        <a:xfrm>
          <a:off x="1365290" y="2771"/>
          <a:ext cx="4510104" cy="410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 dirty="0"/>
        </a:p>
      </dsp:txBody>
      <dsp:txXfrm>
        <a:off x="1365290" y="2771"/>
        <a:ext cx="4510104" cy="410009"/>
      </dsp:txXfrm>
    </dsp:sp>
    <dsp:sp modelId="{7E9728DB-9C29-49A8-B754-5AA60D1A9D13}">
      <dsp:nvSpPr>
        <dsp:cNvPr id="0" name=""/>
        <dsp:cNvSpPr/>
      </dsp:nvSpPr>
      <dsp:spPr>
        <a:xfrm>
          <a:off x="1365290" y="412781"/>
          <a:ext cx="1055364" cy="835204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62C0A5-F12D-4F78-91DB-15606067BCA3}">
      <dsp:nvSpPr>
        <dsp:cNvPr id="0" name=""/>
        <dsp:cNvSpPr/>
      </dsp:nvSpPr>
      <dsp:spPr>
        <a:xfrm>
          <a:off x="1999211" y="412781"/>
          <a:ext cx="1055364" cy="835204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6CD853-9C14-428D-9B5A-02A53FE7159E}">
      <dsp:nvSpPr>
        <dsp:cNvPr id="0" name=""/>
        <dsp:cNvSpPr/>
      </dsp:nvSpPr>
      <dsp:spPr>
        <a:xfrm>
          <a:off x="2633632" y="412781"/>
          <a:ext cx="1055364" cy="835204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40B081-AA35-4DEC-B4AA-52E0C731DC76}">
      <dsp:nvSpPr>
        <dsp:cNvPr id="0" name=""/>
        <dsp:cNvSpPr/>
      </dsp:nvSpPr>
      <dsp:spPr>
        <a:xfrm>
          <a:off x="3267552" y="412781"/>
          <a:ext cx="1055364" cy="835204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7A88C-F8B5-45D9-812D-C106E5BE4F40}">
      <dsp:nvSpPr>
        <dsp:cNvPr id="0" name=""/>
        <dsp:cNvSpPr/>
      </dsp:nvSpPr>
      <dsp:spPr>
        <a:xfrm>
          <a:off x="3901974" y="412781"/>
          <a:ext cx="1055364" cy="835204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158BD-7DFA-49DE-9C38-7F6BF64E897B}">
      <dsp:nvSpPr>
        <dsp:cNvPr id="0" name=""/>
        <dsp:cNvSpPr/>
      </dsp:nvSpPr>
      <dsp:spPr>
        <a:xfrm>
          <a:off x="4535894" y="412781"/>
          <a:ext cx="1055364" cy="835204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91512B-591D-49ED-98E5-8B6454B6FD0A}">
      <dsp:nvSpPr>
        <dsp:cNvPr id="0" name=""/>
        <dsp:cNvSpPr/>
      </dsp:nvSpPr>
      <dsp:spPr>
        <a:xfrm>
          <a:off x="5170315" y="412781"/>
          <a:ext cx="1055364" cy="835204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9490F8-367C-46BB-AFA4-A13D7DC14AF1}">
      <dsp:nvSpPr>
        <dsp:cNvPr id="0" name=""/>
        <dsp:cNvSpPr/>
      </dsp:nvSpPr>
      <dsp:spPr>
        <a:xfrm>
          <a:off x="1365290" y="496301"/>
          <a:ext cx="4568735" cy="66816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• Technology category generates the highest sales among all categories </a:t>
          </a:r>
          <a:br>
            <a:rPr lang="en-US" sz="2000" kern="1200" dirty="0"/>
          </a:br>
          <a:endParaRPr lang="en-IN" sz="2000" kern="1200" dirty="0"/>
        </a:p>
      </dsp:txBody>
      <dsp:txXfrm>
        <a:off x="1365290" y="496301"/>
        <a:ext cx="4568735" cy="668163"/>
      </dsp:txXfrm>
    </dsp:sp>
    <dsp:sp modelId="{4FBF6569-CE2A-4A72-B41D-FC36F399D73C}">
      <dsp:nvSpPr>
        <dsp:cNvPr id="0" name=""/>
        <dsp:cNvSpPr/>
      </dsp:nvSpPr>
      <dsp:spPr>
        <a:xfrm>
          <a:off x="1365290" y="1298721"/>
          <a:ext cx="4510104" cy="410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 dirty="0"/>
        </a:p>
      </dsp:txBody>
      <dsp:txXfrm>
        <a:off x="1365290" y="1298721"/>
        <a:ext cx="4510104" cy="410009"/>
      </dsp:txXfrm>
    </dsp:sp>
    <dsp:sp modelId="{7F38AF38-6B15-4178-A041-210D88A0983D}">
      <dsp:nvSpPr>
        <dsp:cNvPr id="0" name=""/>
        <dsp:cNvSpPr/>
      </dsp:nvSpPr>
      <dsp:spPr>
        <a:xfrm>
          <a:off x="1365290" y="1708730"/>
          <a:ext cx="1055364" cy="835204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561E0B-B896-4EA0-B1B3-D45A175A47B4}">
      <dsp:nvSpPr>
        <dsp:cNvPr id="0" name=""/>
        <dsp:cNvSpPr/>
      </dsp:nvSpPr>
      <dsp:spPr>
        <a:xfrm>
          <a:off x="1999211" y="1708730"/>
          <a:ext cx="1055364" cy="835204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4BF369-151F-4DBC-877A-C6AEA876B95A}">
      <dsp:nvSpPr>
        <dsp:cNvPr id="0" name=""/>
        <dsp:cNvSpPr/>
      </dsp:nvSpPr>
      <dsp:spPr>
        <a:xfrm>
          <a:off x="2633632" y="1708730"/>
          <a:ext cx="1055364" cy="835204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B827E0-2797-4B2F-B11D-47C8B2AD6BC0}">
      <dsp:nvSpPr>
        <dsp:cNvPr id="0" name=""/>
        <dsp:cNvSpPr/>
      </dsp:nvSpPr>
      <dsp:spPr>
        <a:xfrm>
          <a:off x="3267552" y="1708730"/>
          <a:ext cx="1055364" cy="835204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B43516-8855-487A-865D-D5B86B6D0D61}">
      <dsp:nvSpPr>
        <dsp:cNvPr id="0" name=""/>
        <dsp:cNvSpPr/>
      </dsp:nvSpPr>
      <dsp:spPr>
        <a:xfrm>
          <a:off x="3901974" y="1708730"/>
          <a:ext cx="1055364" cy="835204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8451F0-04F7-4A79-9016-C20CD5D3F64C}">
      <dsp:nvSpPr>
        <dsp:cNvPr id="0" name=""/>
        <dsp:cNvSpPr/>
      </dsp:nvSpPr>
      <dsp:spPr>
        <a:xfrm>
          <a:off x="4535894" y="1708730"/>
          <a:ext cx="1055364" cy="835204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574E5-59C1-4499-8735-64871440FA6E}">
      <dsp:nvSpPr>
        <dsp:cNvPr id="0" name=""/>
        <dsp:cNvSpPr/>
      </dsp:nvSpPr>
      <dsp:spPr>
        <a:xfrm>
          <a:off x="5170315" y="1708730"/>
          <a:ext cx="1055364" cy="835204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7CA95A-71BA-4C6F-B795-896448E7078C}">
      <dsp:nvSpPr>
        <dsp:cNvPr id="0" name=""/>
        <dsp:cNvSpPr/>
      </dsp:nvSpPr>
      <dsp:spPr>
        <a:xfrm>
          <a:off x="1365290" y="1792250"/>
          <a:ext cx="4568735" cy="66816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• Central region contributes significantly higher sales compared to other regions </a:t>
          </a:r>
          <a:br>
            <a:rPr lang="en-US" sz="2000" kern="1200" dirty="0"/>
          </a:br>
          <a:endParaRPr lang="en-US" sz="2000" kern="1200" dirty="0"/>
        </a:p>
      </dsp:txBody>
      <dsp:txXfrm>
        <a:off x="1365290" y="1792250"/>
        <a:ext cx="4568735" cy="668163"/>
      </dsp:txXfrm>
    </dsp:sp>
    <dsp:sp modelId="{D8C4309D-B855-402E-A68E-E833C60E1AA1}">
      <dsp:nvSpPr>
        <dsp:cNvPr id="0" name=""/>
        <dsp:cNvSpPr/>
      </dsp:nvSpPr>
      <dsp:spPr>
        <a:xfrm>
          <a:off x="1365290" y="2594670"/>
          <a:ext cx="4510104" cy="410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 dirty="0"/>
        </a:p>
      </dsp:txBody>
      <dsp:txXfrm>
        <a:off x="1365290" y="2594670"/>
        <a:ext cx="4510104" cy="410009"/>
      </dsp:txXfrm>
    </dsp:sp>
    <dsp:sp modelId="{BCD3D4BE-89A4-4609-AD64-3A720B70F497}">
      <dsp:nvSpPr>
        <dsp:cNvPr id="0" name=""/>
        <dsp:cNvSpPr/>
      </dsp:nvSpPr>
      <dsp:spPr>
        <a:xfrm>
          <a:off x="1365290" y="3004679"/>
          <a:ext cx="1055364" cy="835204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ED633-E5BD-48AC-8F01-D2AB420E9FF9}">
      <dsp:nvSpPr>
        <dsp:cNvPr id="0" name=""/>
        <dsp:cNvSpPr/>
      </dsp:nvSpPr>
      <dsp:spPr>
        <a:xfrm>
          <a:off x="1999211" y="3004679"/>
          <a:ext cx="1055364" cy="835204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8A0890-0652-4ACF-8716-99A18930F61F}">
      <dsp:nvSpPr>
        <dsp:cNvPr id="0" name=""/>
        <dsp:cNvSpPr/>
      </dsp:nvSpPr>
      <dsp:spPr>
        <a:xfrm>
          <a:off x="2633632" y="3004679"/>
          <a:ext cx="1055364" cy="835204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1DD0AE-41C0-40DF-A7D0-9C4F97CCBAAB}">
      <dsp:nvSpPr>
        <dsp:cNvPr id="0" name=""/>
        <dsp:cNvSpPr/>
      </dsp:nvSpPr>
      <dsp:spPr>
        <a:xfrm>
          <a:off x="3267552" y="3004679"/>
          <a:ext cx="1055364" cy="835204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0AAFB4-9EAE-48EE-B181-007CEB400B27}">
      <dsp:nvSpPr>
        <dsp:cNvPr id="0" name=""/>
        <dsp:cNvSpPr/>
      </dsp:nvSpPr>
      <dsp:spPr>
        <a:xfrm>
          <a:off x="3901974" y="3004679"/>
          <a:ext cx="1055364" cy="835204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DB209B-F965-4993-B3AC-637A6FF9267B}">
      <dsp:nvSpPr>
        <dsp:cNvPr id="0" name=""/>
        <dsp:cNvSpPr/>
      </dsp:nvSpPr>
      <dsp:spPr>
        <a:xfrm>
          <a:off x="4535894" y="3004679"/>
          <a:ext cx="1055364" cy="835204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EC5546-9E5A-42A3-A29D-682E6C67C405}">
      <dsp:nvSpPr>
        <dsp:cNvPr id="0" name=""/>
        <dsp:cNvSpPr/>
      </dsp:nvSpPr>
      <dsp:spPr>
        <a:xfrm>
          <a:off x="5170315" y="3004679"/>
          <a:ext cx="1055364" cy="835204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7E8577-F407-4B09-B2D4-F7B9F9FAFC32}">
      <dsp:nvSpPr>
        <dsp:cNvPr id="0" name=""/>
        <dsp:cNvSpPr/>
      </dsp:nvSpPr>
      <dsp:spPr>
        <a:xfrm>
          <a:off x="1365290" y="3088199"/>
          <a:ext cx="4568735" cy="66816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• Sales show a consistent upward trend from 2011 to 2014 </a:t>
          </a:r>
          <a:br>
            <a:rPr lang="en-US" sz="2000" kern="1200" dirty="0"/>
          </a:br>
          <a:endParaRPr lang="en-IN" sz="2000" kern="1200" dirty="0"/>
        </a:p>
      </dsp:txBody>
      <dsp:txXfrm>
        <a:off x="1365290" y="3088199"/>
        <a:ext cx="4568735" cy="66816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AB21FB-C286-44A8-AE48-BA646E9FF827}">
      <dsp:nvSpPr>
        <dsp:cNvPr id="0" name=""/>
        <dsp:cNvSpPr/>
      </dsp:nvSpPr>
      <dsp:spPr>
        <a:xfrm>
          <a:off x="-5119782" y="-784294"/>
          <a:ext cx="6097043" cy="6097043"/>
        </a:xfrm>
        <a:prstGeom prst="blockArc">
          <a:avLst>
            <a:gd name="adj1" fmla="val 18900000"/>
            <a:gd name="adj2" fmla="val 2700000"/>
            <a:gd name="adj3" fmla="val 354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555FCC-08A2-4FA1-8BD5-876711C22DB4}">
      <dsp:nvSpPr>
        <dsp:cNvPr id="0" name=""/>
        <dsp:cNvSpPr/>
      </dsp:nvSpPr>
      <dsp:spPr>
        <a:xfrm>
          <a:off x="628549" y="452845"/>
          <a:ext cx="4947757" cy="9056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8892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Technology category drives highest sales </a:t>
          </a:r>
          <a:endParaRPr lang="en-IN" sz="2300" kern="1200" dirty="0"/>
        </a:p>
      </dsp:txBody>
      <dsp:txXfrm>
        <a:off x="628549" y="452845"/>
        <a:ext cx="4947757" cy="905691"/>
      </dsp:txXfrm>
    </dsp:sp>
    <dsp:sp modelId="{CAFCCD57-610D-4446-B982-3F52D82CBA6E}">
      <dsp:nvSpPr>
        <dsp:cNvPr id="0" name=""/>
        <dsp:cNvSpPr/>
      </dsp:nvSpPr>
      <dsp:spPr>
        <a:xfrm>
          <a:off x="62492" y="339634"/>
          <a:ext cx="1132113" cy="11321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C30B69-FA6D-49A6-853E-937D1E06DB62}">
      <dsp:nvSpPr>
        <dsp:cNvPr id="0" name=""/>
        <dsp:cNvSpPr/>
      </dsp:nvSpPr>
      <dsp:spPr>
        <a:xfrm>
          <a:off x="957768" y="1811382"/>
          <a:ext cx="4618539" cy="9056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8892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Few products generate most revenue </a:t>
          </a:r>
          <a:endParaRPr lang="en-IN" sz="2300" kern="1200" dirty="0"/>
        </a:p>
      </dsp:txBody>
      <dsp:txXfrm>
        <a:off x="957768" y="1811382"/>
        <a:ext cx="4618539" cy="905691"/>
      </dsp:txXfrm>
    </dsp:sp>
    <dsp:sp modelId="{AAE25067-21E1-42AA-8D05-65BD8902BEB9}">
      <dsp:nvSpPr>
        <dsp:cNvPr id="0" name=""/>
        <dsp:cNvSpPr/>
      </dsp:nvSpPr>
      <dsp:spPr>
        <a:xfrm>
          <a:off x="391711" y="1698170"/>
          <a:ext cx="1132113" cy="11321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2D7B43-7B43-4A36-B03B-73E2B0E42220}">
      <dsp:nvSpPr>
        <dsp:cNvPr id="0" name=""/>
        <dsp:cNvSpPr/>
      </dsp:nvSpPr>
      <dsp:spPr>
        <a:xfrm>
          <a:off x="628549" y="3169918"/>
          <a:ext cx="4947757" cy="9056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8892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300" kern="1200" dirty="0"/>
            <a:t>Most sales are concentrated in consumer segment</a:t>
          </a:r>
          <a:endParaRPr lang="en-IN" sz="2300" kern="1200" dirty="0"/>
        </a:p>
      </dsp:txBody>
      <dsp:txXfrm>
        <a:off x="628549" y="3169918"/>
        <a:ext cx="4947757" cy="905691"/>
      </dsp:txXfrm>
    </dsp:sp>
    <dsp:sp modelId="{EBFC9F4E-9866-4B6F-BC5E-5322F345D716}">
      <dsp:nvSpPr>
        <dsp:cNvPr id="0" name=""/>
        <dsp:cNvSpPr/>
      </dsp:nvSpPr>
      <dsp:spPr>
        <a:xfrm>
          <a:off x="62492" y="3056707"/>
          <a:ext cx="1132113" cy="11321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F75EB9-8C43-4FB4-8F65-6E6CF85BBFCC}">
      <dsp:nvSpPr>
        <dsp:cNvPr id="0" name=""/>
        <dsp:cNvSpPr/>
      </dsp:nvSpPr>
      <dsp:spPr>
        <a:xfrm rot="10800000">
          <a:off x="1573347" y="867"/>
          <a:ext cx="5228970" cy="102510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042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800" kern="1200" dirty="0"/>
            <a:t>Profit varies across categories </a:t>
          </a:r>
        </a:p>
      </dsp:txBody>
      <dsp:txXfrm rot="10800000">
        <a:off x="1829623" y="867"/>
        <a:ext cx="4972694" cy="1025103"/>
      </dsp:txXfrm>
    </dsp:sp>
    <dsp:sp modelId="{095447BD-9537-458A-9167-27E2D28A3C6F}">
      <dsp:nvSpPr>
        <dsp:cNvPr id="0" name=""/>
        <dsp:cNvSpPr/>
      </dsp:nvSpPr>
      <dsp:spPr>
        <a:xfrm>
          <a:off x="1060795" y="867"/>
          <a:ext cx="1025103" cy="1025103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4DA9B4-D3DD-4CAB-BC30-5A6B0C6092F2}">
      <dsp:nvSpPr>
        <dsp:cNvPr id="0" name=""/>
        <dsp:cNvSpPr/>
      </dsp:nvSpPr>
      <dsp:spPr>
        <a:xfrm rot="10800000">
          <a:off x="1573347" y="1331971"/>
          <a:ext cx="5228970" cy="102510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042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Some products generate good profit </a:t>
          </a:r>
        </a:p>
      </dsp:txBody>
      <dsp:txXfrm rot="10800000">
        <a:off x="1829623" y="1331971"/>
        <a:ext cx="4972694" cy="1025103"/>
      </dsp:txXfrm>
    </dsp:sp>
    <dsp:sp modelId="{E8A1D3B2-0977-42FA-87B9-C63ACD40E1FD}">
      <dsp:nvSpPr>
        <dsp:cNvPr id="0" name=""/>
        <dsp:cNvSpPr/>
      </dsp:nvSpPr>
      <dsp:spPr>
        <a:xfrm>
          <a:off x="1060795" y="1331971"/>
          <a:ext cx="1025103" cy="1025103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1BCE38-A9AC-489E-A677-F9196773D9DC}">
      <dsp:nvSpPr>
        <dsp:cNvPr id="0" name=""/>
        <dsp:cNvSpPr/>
      </dsp:nvSpPr>
      <dsp:spPr>
        <a:xfrm rot="10800000">
          <a:off x="1573347" y="2663076"/>
          <a:ext cx="5228970" cy="102510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042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High discounts reduce profitability </a:t>
          </a:r>
        </a:p>
      </dsp:txBody>
      <dsp:txXfrm rot="10800000">
        <a:off x="1829623" y="2663076"/>
        <a:ext cx="4972694" cy="1025103"/>
      </dsp:txXfrm>
    </dsp:sp>
    <dsp:sp modelId="{9A473BCD-5771-422D-920D-A4C25FB84BDA}">
      <dsp:nvSpPr>
        <dsp:cNvPr id="0" name=""/>
        <dsp:cNvSpPr/>
      </dsp:nvSpPr>
      <dsp:spPr>
        <a:xfrm>
          <a:off x="1060795" y="2663076"/>
          <a:ext cx="1025103" cy="1025103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D6C1AF-A056-4F6C-8C29-3CE7DB707192}">
      <dsp:nvSpPr>
        <dsp:cNvPr id="0" name=""/>
        <dsp:cNvSpPr/>
      </dsp:nvSpPr>
      <dsp:spPr>
        <a:xfrm>
          <a:off x="0" y="0"/>
          <a:ext cx="591170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287043-1DFC-469A-8708-F00315294FB5}">
      <dsp:nvSpPr>
        <dsp:cNvPr id="0" name=""/>
        <dsp:cNvSpPr/>
      </dsp:nvSpPr>
      <dsp:spPr>
        <a:xfrm>
          <a:off x="0" y="0"/>
          <a:ext cx="1182340" cy="3587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500" kern="1200" dirty="0"/>
        </a:p>
      </dsp:txBody>
      <dsp:txXfrm>
        <a:off x="0" y="0"/>
        <a:ext cx="1182340" cy="3587488"/>
      </dsp:txXfrm>
    </dsp:sp>
    <dsp:sp modelId="{CCB5802C-CA3D-4C2C-BD7C-BFC2C288F677}">
      <dsp:nvSpPr>
        <dsp:cNvPr id="0" name=""/>
        <dsp:cNvSpPr/>
      </dsp:nvSpPr>
      <dsp:spPr>
        <a:xfrm>
          <a:off x="1271015" y="56054"/>
          <a:ext cx="4640686" cy="1121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Revenue is concentrated among top customers </a:t>
          </a:r>
          <a:endParaRPr lang="en-IN" sz="3100" kern="1200" dirty="0"/>
        </a:p>
      </dsp:txBody>
      <dsp:txXfrm>
        <a:off x="1271015" y="56054"/>
        <a:ext cx="4640686" cy="1121090"/>
      </dsp:txXfrm>
    </dsp:sp>
    <dsp:sp modelId="{B8F74290-5CB5-4D9F-8982-D51EC5EBE653}">
      <dsp:nvSpPr>
        <dsp:cNvPr id="0" name=""/>
        <dsp:cNvSpPr/>
      </dsp:nvSpPr>
      <dsp:spPr>
        <a:xfrm>
          <a:off x="1182340" y="1177144"/>
          <a:ext cx="472936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A258D6-8A65-4A58-84C6-29FF765391FA}">
      <dsp:nvSpPr>
        <dsp:cNvPr id="0" name=""/>
        <dsp:cNvSpPr/>
      </dsp:nvSpPr>
      <dsp:spPr>
        <a:xfrm>
          <a:off x="1271015" y="1233199"/>
          <a:ext cx="4640686" cy="1121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Some customers place frequent orders </a:t>
          </a:r>
          <a:endParaRPr lang="en-IN" sz="3100" kern="1200" dirty="0"/>
        </a:p>
      </dsp:txBody>
      <dsp:txXfrm>
        <a:off x="1271015" y="1233199"/>
        <a:ext cx="4640686" cy="1121090"/>
      </dsp:txXfrm>
    </dsp:sp>
    <dsp:sp modelId="{7031CA1D-DA8B-40C5-A7DE-71C0C2289975}">
      <dsp:nvSpPr>
        <dsp:cNvPr id="0" name=""/>
        <dsp:cNvSpPr/>
      </dsp:nvSpPr>
      <dsp:spPr>
        <a:xfrm>
          <a:off x="1182340" y="2354289"/>
          <a:ext cx="472936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98792A-07EC-4C0D-BB08-675E4E2964C2}">
      <dsp:nvSpPr>
        <dsp:cNvPr id="0" name=""/>
        <dsp:cNvSpPr/>
      </dsp:nvSpPr>
      <dsp:spPr>
        <a:xfrm>
          <a:off x="1271015" y="2410343"/>
          <a:ext cx="4640686" cy="1121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3100" kern="1200" dirty="0"/>
            <a:t>Customer base varies by region </a:t>
          </a:r>
          <a:endParaRPr lang="en-IN" sz="3100" kern="1200" dirty="0"/>
        </a:p>
      </dsp:txBody>
      <dsp:txXfrm>
        <a:off x="1271015" y="2410343"/>
        <a:ext cx="4640686" cy="1121090"/>
      </dsp:txXfrm>
    </dsp:sp>
    <dsp:sp modelId="{39813D16-33DF-4E7C-9C94-1E9A2CD77E04}">
      <dsp:nvSpPr>
        <dsp:cNvPr id="0" name=""/>
        <dsp:cNvSpPr/>
      </dsp:nvSpPr>
      <dsp:spPr>
        <a:xfrm>
          <a:off x="1182340" y="3531433"/>
          <a:ext cx="472936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617204-AF4D-42ED-9D32-B9133C8542C9}">
      <dsp:nvSpPr>
        <dsp:cNvPr id="0" name=""/>
        <dsp:cNvSpPr/>
      </dsp:nvSpPr>
      <dsp:spPr>
        <a:xfrm>
          <a:off x="1205122" y="0"/>
          <a:ext cx="5511012" cy="5511012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521BF6-90C2-4B59-83AC-229243B34747}">
      <dsp:nvSpPr>
        <dsp:cNvPr id="0" name=""/>
        <dsp:cNvSpPr/>
      </dsp:nvSpPr>
      <dsp:spPr>
        <a:xfrm>
          <a:off x="1563337" y="358215"/>
          <a:ext cx="2204404" cy="22044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Reduce excessive discounting </a:t>
          </a:r>
        </a:p>
      </dsp:txBody>
      <dsp:txXfrm>
        <a:off x="1670947" y="465825"/>
        <a:ext cx="1989184" cy="1989184"/>
      </dsp:txXfrm>
    </dsp:sp>
    <dsp:sp modelId="{F30F5789-BD0D-4FBE-9775-34B9D3640D7A}">
      <dsp:nvSpPr>
        <dsp:cNvPr id="0" name=""/>
        <dsp:cNvSpPr/>
      </dsp:nvSpPr>
      <dsp:spPr>
        <a:xfrm>
          <a:off x="4153513" y="358215"/>
          <a:ext cx="2204404" cy="22044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Focus on high-margin products </a:t>
          </a:r>
        </a:p>
      </dsp:txBody>
      <dsp:txXfrm>
        <a:off x="4261123" y="465825"/>
        <a:ext cx="1989184" cy="1989184"/>
      </dsp:txXfrm>
    </dsp:sp>
    <dsp:sp modelId="{6FF40F0C-B445-430E-85BA-7A02AD5570E2}">
      <dsp:nvSpPr>
        <dsp:cNvPr id="0" name=""/>
        <dsp:cNvSpPr/>
      </dsp:nvSpPr>
      <dsp:spPr>
        <a:xfrm>
          <a:off x="1563337" y="2948391"/>
          <a:ext cx="2204404" cy="22044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Retain top customers with loyalty programs </a:t>
          </a:r>
          <a:endParaRPr lang="en-IN" sz="2600" kern="1200" dirty="0"/>
        </a:p>
      </dsp:txBody>
      <dsp:txXfrm>
        <a:off x="1670947" y="3056001"/>
        <a:ext cx="1989184" cy="1989184"/>
      </dsp:txXfrm>
    </dsp:sp>
    <dsp:sp modelId="{48838755-4F4D-45B0-B899-487DA2EDDB93}">
      <dsp:nvSpPr>
        <dsp:cNvPr id="0" name=""/>
        <dsp:cNvSpPr/>
      </dsp:nvSpPr>
      <dsp:spPr>
        <a:xfrm>
          <a:off x="4153513" y="2948391"/>
          <a:ext cx="2204404" cy="22044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600" kern="1200" dirty="0"/>
            <a:t>Improve low-performing regions </a:t>
          </a:r>
        </a:p>
      </dsp:txBody>
      <dsp:txXfrm>
        <a:off x="4261123" y="3056001"/>
        <a:ext cx="1989184" cy="19891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612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449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355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460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61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774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935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362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483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872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0852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996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1529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860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7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300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862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632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78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905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808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7014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162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522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285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672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527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3441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19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4271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533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831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204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651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587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730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386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733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293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29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598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3302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547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845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2366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430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122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795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592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5742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009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352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845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253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130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877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144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632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43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314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350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787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254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772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853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044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181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111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407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582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992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3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619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694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3556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873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42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7322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8622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821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294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470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321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505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377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50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932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0556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71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478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102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887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02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492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5880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537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307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031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800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330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0.xml"/><Relationship Id="rId19" Type="http://schemas.openxmlformats.org/officeDocument/2006/relationships/image" Target="../media/image6.jpeg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83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77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691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321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159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45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5438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</p:sldLayoutIdLst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3BBB9-7B8E-4C3E-9A38-15DF0B667B1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A46C974-DEBA-4FC6-AB7B-B950C63C49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30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</p:sldLayoutIdLst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hlaimages.com/2017/12/powerpoint-background.html?showComment=1603825713807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9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6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8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0593E-DCB3-741E-6A77-08CDD66AFD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D009E8-FA97-366D-A4F2-5EC1E9E525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68E861-C3CC-BFD2-B4CE-4FB31531A5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20484C-5D6E-5242-28DE-D2EC2EDFC47C}"/>
              </a:ext>
            </a:extLst>
          </p:cNvPr>
          <p:cNvSpPr txBox="1"/>
          <p:nvPr/>
        </p:nvSpPr>
        <p:spPr>
          <a:xfrm>
            <a:off x="359229" y="3583065"/>
            <a:ext cx="47788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Name:-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Vikas Prajapati</a:t>
            </a:r>
            <a:endParaRPr lang="en-IN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42AACC-3D5A-7474-6847-7F6E6AEF8C93}"/>
              </a:ext>
            </a:extLst>
          </p:cNvPr>
          <p:cNvSpPr txBox="1"/>
          <p:nvPr/>
        </p:nvSpPr>
        <p:spPr>
          <a:xfrm>
            <a:off x="359229" y="444961"/>
            <a:ext cx="667294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Global Superstore Business Insights Dashboard</a:t>
            </a:r>
            <a:endParaRPr lang="en-IN" sz="4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3A60F0-7166-14A8-B44B-CC9FECB95184}"/>
              </a:ext>
            </a:extLst>
          </p:cNvPr>
          <p:cNvSpPr txBox="1"/>
          <p:nvPr/>
        </p:nvSpPr>
        <p:spPr>
          <a:xfrm>
            <a:off x="359229" y="2696760"/>
            <a:ext cx="5414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Tools: </a:t>
            </a: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Python | SQL | Power BI</a:t>
            </a:r>
            <a:endParaRPr lang="en-IN" sz="2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004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C2B34F-29DF-E950-A521-C0EB985077CC}"/>
              </a:ext>
            </a:extLst>
          </p:cNvPr>
          <p:cNvSpPr txBox="1"/>
          <p:nvPr/>
        </p:nvSpPr>
        <p:spPr>
          <a:xfrm>
            <a:off x="3722914" y="827000"/>
            <a:ext cx="58020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Problem Statement </a:t>
            </a:r>
            <a:endParaRPr lang="en-IN" sz="4000" dirty="0">
              <a:solidFill>
                <a:srgbClr val="FF0000"/>
              </a:solidFill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10EBFC1-F3C6-F917-D3D5-E7B33DF845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6433074"/>
              </p:ext>
            </p:extLst>
          </p:nvPr>
        </p:nvGraphicFramePr>
        <p:xfrm>
          <a:off x="2184400" y="1534886"/>
          <a:ext cx="81280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4115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210AFFA-88CA-3DA3-0BA0-E053977FF4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598924"/>
              </p:ext>
            </p:extLst>
          </p:nvPr>
        </p:nvGraphicFramePr>
        <p:xfrm>
          <a:off x="2032000" y="2438400"/>
          <a:ext cx="8128000" cy="3699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8F7A41D-D614-B836-9CC3-3EEF7BFD1AD1}"/>
              </a:ext>
            </a:extLst>
          </p:cNvPr>
          <p:cNvSpPr txBox="1"/>
          <p:nvPr/>
        </p:nvSpPr>
        <p:spPr>
          <a:xfrm>
            <a:off x="0" y="795868"/>
            <a:ext cx="1219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</a:rPr>
              <a:t>Tools &amp; Approach</a:t>
            </a:r>
          </a:p>
        </p:txBody>
      </p:sp>
    </p:spTree>
    <p:extLst>
      <p:ext uri="{BB962C8B-B14F-4D97-AF65-F5344CB8AC3E}">
        <p14:creationId xmlns:p14="http://schemas.microsoft.com/office/powerpoint/2010/main" val="3738451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347567-F689-3742-4E02-43D84D1FAE52}"/>
              </a:ext>
            </a:extLst>
          </p:cNvPr>
          <p:cNvSpPr txBox="1"/>
          <p:nvPr/>
        </p:nvSpPr>
        <p:spPr>
          <a:xfrm>
            <a:off x="-119743" y="9501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/>
              <a:t>Overview Insights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3D2F93-CD4D-CAD0-F83A-57CCB9817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" y="1129470"/>
            <a:ext cx="6477000" cy="5252201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74D2E6E-2F9C-8140-3E1D-9BE29D6750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6433271"/>
              </p:ext>
            </p:extLst>
          </p:nvPr>
        </p:nvGraphicFramePr>
        <p:xfrm>
          <a:off x="5635171" y="1273630"/>
          <a:ext cx="7590971" cy="3842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27140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FBB630-40EC-636A-C2DD-48C281E0F42A}"/>
              </a:ext>
            </a:extLst>
          </p:cNvPr>
          <p:cNvSpPr txBox="1"/>
          <p:nvPr/>
        </p:nvSpPr>
        <p:spPr>
          <a:xfrm>
            <a:off x="5214257" y="604002"/>
            <a:ext cx="6977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bg1">
                    <a:lumMod val="95000"/>
                  </a:schemeClr>
                </a:solidFill>
              </a:rPr>
              <a:t>Sales Insights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1E3D87-5DEB-198C-16EB-24BF6A3393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5915"/>
            <a:ext cx="6193971" cy="5431971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BF71083-51A6-9A2A-288A-D25F23E883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911379"/>
              </p:ext>
            </p:extLst>
          </p:nvPr>
        </p:nvGraphicFramePr>
        <p:xfrm>
          <a:off x="6433458" y="1371600"/>
          <a:ext cx="5638800" cy="452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44989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C6AD8E-BC25-DE39-937A-E840F91009D4}"/>
              </a:ext>
            </a:extLst>
          </p:cNvPr>
          <p:cNvSpPr txBox="1"/>
          <p:nvPr/>
        </p:nvSpPr>
        <p:spPr>
          <a:xfrm>
            <a:off x="5985329" y="206828"/>
            <a:ext cx="609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/>
              <a:t>Profit Insights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263DB4-2350-167C-0040-D9C9D71CC2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714"/>
            <a:ext cx="6096000" cy="5355458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4B79F1E-349A-D352-5786-AAEB8C7040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7099698"/>
              </p:ext>
            </p:extLst>
          </p:nvPr>
        </p:nvGraphicFramePr>
        <p:xfrm>
          <a:off x="5101772" y="1584476"/>
          <a:ext cx="7863114" cy="3689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99720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16C054-D6D4-DE2F-85CB-35AFB69A6512}"/>
              </a:ext>
            </a:extLst>
          </p:cNvPr>
          <p:cNvSpPr txBox="1"/>
          <p:nvPr/>
        </p:nvSpPr>
        <p:spPr>
          <a:xfrm>
            <a:off x="6599276" y="388237"/>
            <a:ext cx="48985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Customer Insights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9D4A0F-7AC4-4619-7D9F-B24F43CE6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096123"/>
            <a:ext cx="5911702" cy="5208983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752FF41-1E6C-2B68-8BA4-351C10CD57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245485"/>
              </p:ext>
            </p:extLst>
          </p:nvPr>
        </p:nvGraphicFramePr>
        <p:xfrm>
          <a:off x="5911704" y="1807535"/>
          <a:ext cx="5911702" cy="3587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48746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BD61-7AED-C4FF-F930-ED726CDF0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156238"/>
            <a:ext cx="8596668" cy="132080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Business Recommendations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EFDF94D-C864-77EA-B05F-8CC5210A64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8638417"/>
              </p:ext>
            </p:extLst>
          </p:nvPr>
        </p:nvGraphicFramePr>
        <p:xfrm>
          <a:off x="903768" y="988829"/>
          <a:ext cx="7921256" cy="5511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4504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000">
        <p:fade/>
      </p:transition>
    </mc:Choice>
    <mc:Fallback>
      <p:transition spd="slow" advTm="2000">
        <p:fade/>
      </p:transition>
    </mc:Fallback>
  </mc:AlternateContent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3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4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5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6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94</TotalTime>
  <Words>154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Arial</vt:lpstr>
      <vt:lpstr>Calisto MT</vt:lpstr>
      <vt:lpstr>Century Gothic</vt:lpstr>
      <vt:lpstr>Corbel</vt:lpstr>
      <vt:lpstr>Trebuchet MS</vt:lpstr>
      <vt:lpstr>Wingdings 2</vt:lpstr>
      <vt:lpstr>Wingdings 3</vt:lpstr>
      <vt:lpstr>Wisp</vt:lpstr>
      <vt:lpstr>Slice</vt:lpstr>
      <vt:lpstr>Slate</vt:lpstr>
      <vt:lpstr>Ion Boardroom</vt:lpstr>
      <vt:lpstr>Depth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Business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prajapati</dc:creator>
  <cp:lastModifiedBy>vishal prajapati</cp:lastModifiedBy>
  <cp:revision>1</cp:revision>
  <dcterms:created xsi:type="dcterms:W3CDTF">2026-04-15T04:33:08Z</dcterms:created>
  <dcterms:modified xsi:type="dcterms:W3CDTF">2026-04-15T06:07:39Z</dcterms:modified>
</cp:coreProperties>
</file>